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2"/>
    <p:sldId id="356" r:id="rId3"/>
    <p:sldId id="352" r:id="rId4"/>
    <p:sldId id="349" r:id="rId5"/>
    <p:sldId id="351" r:id="rId6"/>
    <p:sldId id="354" r:id="rId7"/>
    <p:sldId id="353" r:id="rId8"/>
    <p:sldId id="355" r:id="rId9"/>
    <p:sldId id="358" r:id="rId10"/>
    <p:sldId id="288" r:id="rId11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ST 2021_Multiple Slide types" id="{58BEDF31-0425-40C4-87B2-EBC1798A92EE}">
          <p14:sldIdLst>
            <p14:sldId id="258"/>
            <p14:sldId id="356"/>
            <p14:sldId id="352"/>
            <p14:sldId id="349"/>
            <p14:sldId id="351"/>
            <p14:sldId id="354"/>
            <p14:sldId id="353"/>
            <p14:sldId id="355"/>
            <p14:sldId id="358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F8BB5E-90D7-4C7B-A84C-638009D86596}" v="539" dt="2025-11-06T08:28:24.026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959" autoAdjust="0"/>
  </p:normalViewPr>
  <p:slideViewPr>
    <p:cSldViewPr snapToGrid="0" snapToObjects="1">
      <p:cViewPr varScale="1">
        <p:scale>
          <a:sx n="134" d="100"/>
          <a:sy n="134" d="100"/>
        </p:scale>
        <p:origin x="89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-498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d ADHAV" userId="17a065c9-1179-4721-b204-0b87691cc765" providerId="ADAL" clId="{3FD367EF-BCCB-4A7A-8F8D-69F6B97A016F}"/>
    <pc:docChg chg="undo custSel addSld delSld modSld sldOrd modSection">
      <pc:chgData name="Prasad ADHAV" userId="17a065c9-1179-4721-b204-0b87691cc765" providerId="ADAL" clId="{3FD367EF-BCCB-4A7A-8F8D-69F6B97A016F}" dt="2025-11-06T08:28:24.023" v="2203"/>
      <pc:docMkLst>
        <pc:docMk/>
      </pc:docMkLst>
      <pc:sldChg chg="modSp mod">
        <pc:chgData name="Prasad ADHAV" userId="17a065c9-1179-4721-b204-0b87691cc765" providerId="ADAL" clId="{3FD367EF-BCCB-4A7A-8F8D-69F6B97A016F}" dt="2025-11-05T15:34:20.821" v="148" actId="20577"/>
        <pc:sldMkLst>
          <pc:docMk/>
          <pc:sldMk cId="1650756707" sldId="258"/>
        </pc:sldMkLst>
        <pc:spChg chg="mod">
          <ac:chgData name="Prasad ADHAV" userId="17a065c9-1179-4721-b204-0b87691cc765" providerId="ADAL" clId="{3FD367EF-BCCB-4A7A-8F8D-69F6B97A016F}" dt="2025-11-05T15:34:20.821" v="148" actId="20577"/>
          <ac:spMkLst>
            <pc:docMk/>
            <pc:sldMk cId="1650756707" sldId="258"/>
            <ac:spMk id="8" creationId="{00000000-0000-0000-0000-000000000000}"/>
          </ac:spMkLst>
        </pc:spChg>
        <pc:spChg chg="mod">
          <ac:chgData name="Prasad ADHAV" userId="17a065c9-1179-4721-b204-0b87691cc765" providerId="ADAL" clId="{3FD367EF-BCCB-4A7A-8F8D-69F6B97A016F}" dt="2025-11-05T15:21:16.550" v="12" actId="20577"/>
          <ac:spMkLst>
            <pc:docMk/>
            <pc:sldMk cId="1650756707" sldId="258"/>
            <ac:spMk id="9" creationId="{00000000-0000-0000-0000-000000000000}"/>
          </ac:spMkLst>
        </pc:spChg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3206486160" sldId="259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4291722564" sldId="262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442812382" sldId="263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291753289" sldId="264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3431987329" sldId="265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1701071632" sldId="271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3602774875" sldId="272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1474324110" sldId="279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278898461" sldId="280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4105858029" sldId="281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4212801309" sldId="283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3032667516" sldId="284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1661082768" sldId="285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3681508570" sldId="286"/>
        </pc:sldMkLst>
      </pc:sldChg>
      <pc:sldChg chg="del">
        <pc:chgData name="Prasad ADHAV" userId="17a065c9-1179-4721-b204-0b87691cc765" providerId="ADAL" clId="{3FD367EF-BCCB-4A7A-8F8D-69F6B97A016F}" dt="2025-11-05T15:47:31.113" v="241" actId="47"/>
        <pc:sldMkLst>
          <pc:docMk/>
          <pc:sldMk cId="3890233484" sldId="287"/>
        </pc:sldMkLst>
      </pc:sldChg>
      <pc:sldChg chg="modSp mod">
        <pc:chgData name="Prasad ADHAV" userId="17a065c9-1179-4721-b204-0b87691cc765" providerId="ADAL" clId="{3FD367EF-BCCB-4A7A-8F8D-69F6B97A016F}" dt="2025-11-05T15:31:26.869" v="124" actId="20577"/>
        <pc:sldMkLst>
          <pc:docMk/>
          <pc:sldMk cId="1638046474" sldId="288"/>
        </pc:sldMkLst>
        <pc:spChg chg="mod">
          <ac:chgData name="Prasad ADHAV" userId="17a065c9-1179-4721-b204-0b87691cc765" providerId="ADAL" clId="{3FD367EF-BCCB-4A7A-8F8D-69F6B97A016F}" dt="2025-11-05T15:31:26.869" v="124" actId="20577"/>
          <ac:spMkLst>
            <pc:docMk/>
            <pc:sldMk cId="1638046474" sldId="288"/>
            <ac:spMk id="3" creationId="{00000000-0000-0000-0000-000000000000}"/>
          </ac:spMkLst>
        </pc:spChg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2992974125" sldId="291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422462600" sldId="293"/>
        </pc:sldMkLst>
      </pc:sldChg>
      <pc:sldChg chg="delSp del mod">
        <pc:chgData name="Prasad ADHAV" userId="17a065c9-1179-4721-b204-0b87691cc765" providerId="ADAL" clId="{3FD367EF-BCCB-4A7A-8F8D-69F6B97A016F}" dt="2025-11-05T15:57:50.868" v="557" actId="47"/>
        <pc:sldMkLst>
          <pc:docMk/>
          <pc:sldMk cId="2947946698" sldId="295"/>
        </pc:sldMkLst>
        <pc:spChg chg="del">
          <ac:chgData name="Prasad ADHAV" userId="17a065c9-1179-4721-b204-0b87691cc765" providerId="ADAL" clId="{3FD367EF-BCCB-4A7A-8F8D-69F6B97A016F}" dt="2025-11-05T15:28:31.023" v="76" actId="478"/>
          <ac:spMkLst>
            <pc:docMk/>
            <pc:sldMk cId="2947946698" sldId="295"/>
            <ac:spMk id="10" creationId="{00000000-0000-0000-0000-000000000000}"/>
          </ac:spMkLst>
        </pc:spChg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2585879488" sldId="296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1978298929" sldId="298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1570609136" sldId="299"/>
        </pc:sldMkLst>
      </pc:sldChg>
      <pc:sldChg chg="del">
        <pc:chgData name="Prasad ADHAV" userId="17a065c9-1179-4721-b204-0b87691cc765" providerId="ADAL" clId="{3FD367EF-BCCB-4A7A-8F8D-69F6B97A016F}" dt="2025-11-05T15:57:50.868" v="557" actId="47"/>
        <pc:sldMkLst>
          <pc:docMk/>
          <pc:sldMk cId="1351845419" sldId="300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02909498" sldId="301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651265278" sldId="302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632644951" sldId="318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839346626" sldId="319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437674568" sldId="320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289485296" sldId="322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654289324" sldId="331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209130914" sldId="332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551807115" sldId="336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325945932" sldId="337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028819746" sldId="338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293615807" sldId="339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384746675" sldId="340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649490517" sldId="341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363585635" sldId="342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490761365" sldId="343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1718377862" sldId="345"/>
        </pc:sldMkLst>
      </pc:sldChg>
      <pc:sldChg chg="del">
        <pc:chgData name="Prasad ADHAV" userId="17a065c9-1179-4721-b204-0b87691cc765" providerId="ADAL" clId="{3FD367EF-BCCB-4A7A-8F8D-69F6B97A016F}" dt="2025-11-05T15:57:58.313" v="558" actId="47"/>
        <pc:sldMkLst>
          <pc:docMk/>
          <pc:sldMk cId="693431904" sldId="348"/>
        </pc:sldMkLst>
      </pc:sldChg>
      <pc:sldChg chg="addSp delSp modSp new mod modAnim">
        <pc:chgData name="Prasad ADHAV" userId="17a065c9-1179-4721-b204-0b87691cc765" providerId="ADAL" clId="{3FD367EF-BCCB-4A7A-8F8D-69F6B97A016F}" dt="2025-11-06T08:25:29.035" v="2145"/>
        <pc:sldMkLst>
          <pc:docMk/>
          <pc:sldMk cId="2315240113" sldId="349"/>
        </pc:sldMkLst>
        <pc:spChg chg="del">
          <ac:chgData name="Prasad ADHAV" userId="17a065c9-1179-4721-b204-0b87691cc765" providerId="ADAL" clId="{3FD367EF-BCCB-4A7A-8F8D-69F6B97A016F}" dt="2025-11-05T15:30:42.496" v="100" actId="478"/>
          <ac:spMkLst>
            <pc:docMk/>
            <pc:sldMk cId="2315240113" sldId="349"/>
            <ac:spMk id="2" creationId="{77993C01-1AAA-EE96-DB1B-13CA119236AC}"/>
          </ac:spMkLst>
        </pc:spChg>
        <pc:spChg chg="del">
          <ac:chgData name="Prasad ADHAV" userId="17a065c9-1179-4721-b204-0b87691cc765" providerId="ADAL" clId="{3FD367EF-BCCB-4A7A-8F8D-69F6B97A016F}" dt="2025-11-05T15:27:34.702" v="70" actId="478"/>
          <ac:spMkLst>
            <pc:docMk/>
            <pc:sldMk cId="2315240113" sldId="349"/>
            <ac:spMk id="3" creationId="{90B26677-DBD9-C340-3730-BC50F29E3657}"/>
          </ac:spMkLst>
        </pc:spChg>
        <pc:spChg chg="del">
          <ac:chgData name="Prasad ADHAV" userId="17a065c9-1179-4721-b204-0b87691cc765" providerId="ADAL" clId="{3FD367EF-BCCB-4A7A-8F8D-69F6B97A016F}" dt="2025-11-05T15:27:35.440" v="71" actId="478"/>
          <ac:spMkLst>
            <pc:docMk/>
            <pc:sldMk cId="2315240113" sldId="349"/>
            <ac:spMk id="4" creationId="{5108845D-5373-3ACB-A042-DADDFAC7C934}"/>
          </ac:spMkLst>
        </pc:spChg>
        <pc:spChg chg="add mod">
          <ac:chgData name="Prasad ADHAV" userId="17a065c9-1179-4721-b204-0b87691cc765" providerId="ADAL" clId="{3FD367EF-BCCB-4A7A-8F8D-69F6B97A016F}" dt="2025-11-05T15:34:31.790" v="152" actId="20577"/>
          <ac:spMkLst>
            <pc:docMk/>
            <pc:sldMk cId="2315240113" sldId="349"/>
            <ac:spMk id="11" creationId="{3C4AB812-C17C-3DB0-C7D6-733298547C66}"/>
          </ac:spMkLst>
        </pc:spChg>
        <pc:spChg chg="add mod">
          <ac:chgData name="Prasad ADHAV" userId="17a065c9-1179-4721-b204-0b87691cc765" providerId="ADAL" clId="{3FD367EF-BCCB-4A7A-8F8D-69F6B97A016F}" dt="2025-11-06T08:25:25.809" v="2144" actId="14100"/>
          <ac:spMkLst>
            <pc:docMk/>
            <pc:sldMk cId="2315240113" sldId="349"/>
            <ac:spMk id="12" creationId="{3AF0C00F-759A-E2EA-BA42-8F73DBA60E8B}"/>
          </ac:spMkLst>
        </pc:spChg>
        <pc:picChg chg="add del mod">
          <ac:chgData name="Prasad ADHAV" userId="17a065c9-1179-4721-b204-0b87691cc765" providerId="ADAL" clId="{3FD367EF-BCCB-4A7A-8F8D-69F6B97A016F}" dt="2025-11-05T15:24:45.493" v="60" actId="478"/>
          <ac:picMkLst>
            <pc:docMk/>
            <pc:sldMk cId="2315240113" sldId="349"/>
            <ac:picMk id="6" creationId="{35902402-97E2-BDB2-B6E1-CD46E3C76627}"/>
          </ac:picMkLst>
        </pc:picChg>
        <pc:picChg chg="add del mod">
          <ac:chgData name="Prasad ADHAV" userId="17a065c9-1179-4721-b204-0b87691cc765" providerId="ADAL" clId="{3FD367EF-BCCB-4A7A-8F8D-69F6B97A016F}" dt="2025-11-05T15:27:23.471" v="65" actId="478"/>
          <ac:picMkLst>
            <pc:docMk/>
            <pc:sldMk cId="2315240113" sldId="349"/>
            <ac:picMk id="8" creationId="{11CA7E21-2175-017C-094A-684AD5517247}"/>
          </ac:picMkLst>
        </pc:picChg>
        <pc:picChg chg="add mod">
          <ac:chgData name="Prasad ADHAV" userId="17a065c9-1179-4721-b204-0b87691cc765" providerId="ADAL" clId="{3FD367EF-BCCB-4A7A-8F8D-69F6B97A016F}" dt="2025-11-05T15:30:38.150" v="99" actId="1076"/>
          <ac:picMkLst>
            <pc:docMk/>
            <pc:sldMk cId="2315240113" sldId="349"/>
            <ac:picMk id="10" creationId="{928CF329-320D-912D-B8D5-C90119184BD1}"/>
          </ac:picMkLst>
        </pc:picChg>
      </pc:sldChg>
      <pc:sldChg chg="addSp delSp modSp add del mod ord modClrScheme chgLayout">
        <pc:chgData name="Prasad ADHAV" userId="17a065c9-1179-4721-b204-0b87691cc765" providerId="ADAL" clId="{3FD367EF-BCCB-4A7A-8F8D-69F6B97A016F}" dt="2025-11-05T15:49:07.039" v="348" actId="47"/>
        <pc:sldMkLst>
          <pc:docMk/>
          <pc:sldMk cId="1182760946" sldId="350"/>
        </pc:sldMkLst>
        <pc:spChg chg="mod ord">
          <ac:chgData name="Prasad ADHAV" userId="17a065c9-1179-4721-b204-0b87691cc765" providerId="ADAL" clId="{3FD367EF-BCCB-4A7A-8F8D-69F6B97A016F}" dt="2025-11-05T15:48:33.902" v="331" actId="700"/>
          <ac:spMkLst>
            <pc:docMk/>
            <pc:sldMk cId="1182760946" sldId="350"/>
            <ac:spMk id="2" creationId="{234B8506-F5B1-CD0B-96E2-F2EA5E6F2542}"/>
          </ac:spMkLst>
        </pc:spChg>
        <pc:spChg chg="mod ord">
          <ac:chgData name="Prasad ADHAV" userId="17a065c9-1179-4721-b204-0b87691cc765" providerId="ADAL" clId="{3FD367EF-BCCB-4A7A-8F8D-69F6B97A016F}" dt="2025-11-05T15:48:33.902" v="331" actId="700"/>
          <ac:spMkLst>
            <pc:docMk/>
            <pc:sldMk cId="1182760946" sldId="350"/>
            <ac:spMk id="4" creationId="{CDE191C6-3106-4809-ED90-681A96C8BA47}"/>
          </ac:spMkLst>
        </pc:spChg>
        <pc:spChg chg="add del mod">
          <ac:chgData name="Prasad ADHAV" userId="17a065c9-1179-4721-b204-0b87691cc765" providerId="ADAL" clId="{3FD367EF-BCCB-4A7A-8F8D-69F6B97A016F}" dt="2025-11-05T15:47:02.136" v="214" actId="478"/>
          <ac:spMkLst>
            <pc:docMk/>
            <pc:sldMk cId="1182760946" sldId="350"/>
            <ac:spMk id="5" creationId="{7E80E981-9D78-E2F5-182C-1EA6FD3EBBEF}"/>
          </ac:spMkLst>
        </pc:spChg>
        <pc:spChg chg="del">
          <ac:chgData name="Prasad ADHAV" userId="17a065c9-1179-4721-b204-0b87691cc765" providerId="ADAL" clId="{3FD367EF-BCCB-4A7A-8F8D-69F6B97A016F}" dt="2025-11-05T15:46:56.968" v="212" actId="478"/>
          <ac:spMkLst>
            <pc:docMk/>
            <pc:sldMk cId="1182760946" sldId="350"/>
            <ac:spMk id="6" creationId="{FC6FC687-7A14-A739-ECF2-232371EF109C}"/>
          </ac:spMkLst>
        </pc:spChg>
        <pc:spChg chg="add del mod ord">
          <ac:chgData name="Prasad ADHAV" userId="17a065c9-1179-4721-b204-0b87691cc765" providerId="ADAL" clId="{3FD367EF-BCCB-4A7A-8F8D-69F6B97A016F}" dt="2025-11-05T15:48:33.902" v="331" actId="700"/>
          <ac:spMkLst>
            <pc:docMk/>
            <pc:sldMk cId="1182760946" sldId="350"/>
            <ac:spMk id="7" creationId="{0BB3509B-E77A-7A7C-EBA3-EAC4A4915199}"/>
          </ac:spMkLst>
        </pc:spChg>
        <pc:spChg chg="add del mod ord">
          <ac:chgData name="Prasad ADHAV" userId="17a065c9-1179-4721-b204-0b87691cc765" providerId="ADAL" clId="{3FD367EF-BCCB-4A7A-8F8D-69F6B97A016F}" dt="2025-11-05T15:48:33.902" v="331" actId="700"/>
          <ac:spMkLst>
            <pc:docMk/>
            <pc:sldMk cId="1182760946" sldId="350"/>
            <ac:spMk id="8" creationId="{3A29978C-0948-E86E-E562-F2478AD14C04}"/>
          </ac:spMkLst>
        </pc:spChg>
        <pc:spChg chg="add del mod ord">
          <ac:chgData name="Prasad ADHAV" userId="17a065c9-1179-4721-b204-0b87691cc765" providerId="ADAL" clId="{3FD367EF-BCCB-4A7A-8F8D-69F6B97A016F}" dt="2025-11-05T15:48:33.902" v="331" actId="700"/>
          <ac:spMkLst>
            <pc:docMk/>
            <pc:sldMk cId="1182760946" sldId="350"/>
            <ac:spMk id="9" creationId="{0EB47005-A132-1F62-08D3-7F72CBE966AE}"/>
          </ac:spMkLst>
        </pc:spChg>
        <pc:spChg chg="del">
          <ac:chgData name="Prasad ADHAV" userId="17a065c9-1179-4721-b204-0b87691cc765" providerId="ADAL" clId="{3FD367EF-BCCB-4A7A-8F8D-69F6B97A016F}" dt="2025-11-05T15:35:10.114" v="157" actId="478"/>
          <ac:spMkLst>
            <pc:docMk/>
            <pc:sldMk cId="1182760946" sldId="350"/>
            <ac:spMk id="10" creationId="{83108658-D2B3-FA0A-4137-019E70D6731F}"/>
          </ac:spMkLst>
        </pc:spChg>
        <pc:spChg chg="mod ord">
          <ac:chgData name="Prasad ADHAV" userId="17a065c9-1179-4721-b204-0b87691cc765" providerId="ADAL" clId="{3FD367EF-BCCB-4A7A-8F8D-69F6B97A016F}" dt="2025-11-05T15:48:33.902" v="331" actId="700"/>
          <ac:spMkLst>
            <pc:docMk/>
            <pc:sldMk cId="1182760946" sldId="350"/>
            <ac:spMk id="12" creationId="{9DD1841F-8A9B-B40D-7C41-40FD196DB300}"/>
          </ac:spMkLst>
        </pc:spChg>
      </pc:sldChg>
      <pc:sldChg chg="addSp delSp modSp add mod modAnim">
        <pc:chgData name="Prasad ADHAV" userId="17a065c9-1179-4721-b204-0b87691cc765" providerId="ADAL" clId="{3FD367EF-BCCB-4A7A-8F8D-69F6B97A016F}" dt="2025-11-06T07:34:17.346" v="1238"/>
        <pc:sldMkLst>
          <pc:docMk/>
          <pc:sldMk cId="2006947111" sldId="351"/>
        </pc:sldMkLst>
        <pc:spChg chg="mod">
          <ac:chgData name="Prasad ADHAV" userId="17a065c9-1179-4721-b204-0b87691cc765" providerId="ADAL" clId="{3FD367EF-BCCB-4A7A-8F8D-69F6B97A016F}" dt="2025-11-05T15:41:57.645" v="178" actId="20577"/>
          <ac:spMkLst>
            <pc:docMk/>
            <pc:sldMk cId="2006947111" sldId="351"/>
            <ac:spMk id="2" creationId="{321CBCD0-49BE-5CE7-01E3-CD893E7DD94E}"/>
          </ac:spMkLst>
        </pc:spChg>
        <pc:spChg chg="mod">
          <ac:chgData name="Prasad ADHAV" userId="17a065c9-1179-4721-b204-0b87691cc765" providerId="ADAL" clId="{3FD367EF-BCCB-4A7A-8F8D-69F6B97A016F}" dt="2025-11-06T06:47:32.948" v="892" actId="20577"/>
          <ac:spMkLst>
            <pc:docMk/>
            <pc:sldMk cId="2006947111" sldId="351"/>
            <ac:spMk id="4" creationId="{18A17AD7-2008-2D43-8C25-23B475647135}"/>
          </ac:spMkLst>
        </pc:spChg>
        <pc:spChg chg="del">
          <ac:chgData name="Prasad ADHAV" userId="17a065c9-1179-4721-b204-0b87691cc765" providerId="ADAL" clId="{3FD367EF-BCCB-4A7A-8F8D-69F6B97A016F}" dt="2025-11-05T15:57:18.198" v="556" actId="478"/>
          <ac:spMkLst>
            <pc:docMk/>
            <pc:sldMk cId="2006947111" sldId="351"/>
            <ac:spMk id="5" creationId="{AACBC437-9EF2-201F-9F5F-E3F5F4C8FADC}"/>
          </ac:spMkLst>
        </pc:spChg>
        <pc:spChg chg="del">
          <ac:chgData name="Prasad ADHAV" userId="17a065c9-1179-4721-b204-0b87691cc765" providerId="ADAL" clId="{3FD367EF-BCCB-4A7A-8F8D-69F6B97A016F}" dt="2025-11-05T15:43:37.439" v="191" actId="478"/>
          <ac:spMkLst>
            <pc:docMk/>
            <pc:sldMk cId="2006947111" sldId="351"/>
            <ac:spMk id="6" creationId="{F5E533A6-DA83-F0B4-B54A-EFDB02B5D684}"/>
          </ac:spMkLst>
        </pc:spChg>
        <pc:picChg chg="add mod">
          <ac:chgData name="Prasad ADHAV" userId="17a065c9-1179-4721-b204-0b87691cc765" providerId="ADAL" clId="{3FD367EF-BCCB-4A7A-8F8D-69F6B97A016F}" dt="2025-11-06T07:33:41.292" v="1235" actId="1076"/>
          <ac:picMkLst>
            <pc:docMk/>
            <pc:sldMk cId="2006947111" sldId="351"/>
            <ac:picMk id="7" creationId="{81E2F583-0EE1-E3F8-6243-B5B5890E199E}"/>
          </ac:picMkLst>
        </pc:picChg>
      </pc:sldChg>
      <pc:sldChg chg="addSp delSp modSp add mod modAnim">
        <pc:chgData name="Prasad ADHAV" userId="17a065c9-1179-4721-b204-0b87691cc765" providerId="ADAL" clId="{3FD367EF-BCCB-4A7A-8F8D-69F6B97A016F}" dt="2025-11-06T07:31:10.983" v="1224"/>
        <pc:sldMkLst>
          <pc:docMk/>
          <pc:sldMk cId="2083184484" sldId="352"/>
        </pc:sldMkLst>
        <pc:spChg chg="mod">
          <ac:chgData name="Prasad ADHAV" userId="17a065c9-1179-4721-b204-0b87691cc765" providerId="ADAL" clId="{3FD367EF-BCCB-4A7A-8F8D-69F6B97A016F}" dt="2025-11-05T16:07:18.093" v="685" actId="20577"/>
          <ac:spMkLst>
            <pc:docMk/>
            <pc:sldMk cId="2083184484" sldId="352"/>
            <ac:spMk id="3" creationId="{E35D5276-3165-F4C9-09FF-2BD5780F7623}"/>
          </ac:spMkLst>
        </pc:spChg>
        <pc:spChg chg="add del mod">
          <ac:chgData name="Prasad ADHAV" userId="17a065c9-1179-4721-b204-0b87691cc765" providerId="ADAL" clId="{3FD367EF-BCCB-4A7A-8F8D-69F6B97A016F}" dt="2025-11-05T15:48:56.246" v="335" actId="478"/>
          <ac:spMkLst>
            <pc:docMk/>
            <pc:sldMk cId="2083184484" sldId="352"/>
            <ac:spMk id="5" creationId="{8108F82C-0106-DA9B-052C-FB68C16D69F8}"/>
          </ac:spMkLst>
        </pc:spChg>
        <pc:spChg chg="mod">
          <ac:chgData name="Prasad ADHAV" userId="17a065c9-1179-4721-b204-0b87691cc765" providerId="ADAL" clId="{3FD367EF-BCCB-4A7A-8F8D-69F6B97A016F}" dt="2025-11-05T15:49:04.384" v="347" actId="20577"/>
          <ac:spMkLst>
            <pc:docMk/>
            <pc:sldMk cId="2083184484" sldId="352"/>
            <ac:spMk id="7" creationId="{DC048495-2A2A-BC3B-DD78-BA4A0A849843}"/>
          </ac:spMkLst>
        </pc:spChg>
        <pc:spChg chg="del">
          <ac:chgData name="Prasad ADHAV" userId="17a065c9-1179-4721-b204-0b87691cc765" providerId="ADAL" clId="{3FD367EF-BCCB-4A7A-8F8D-69F6B97A016F}" dt="2025-11-05T15:48:54.300" v="334" actId="478"/>
          <ac:spMkLst>
            <pc:docMk/>
            <pc:sldMk cId="2083184484" sldId="352"/>
            <ac:spMk id="26" creationId="{20511956-B397-18B4-1076-616BB777D23B}"/>
          </ac:spMkLst>
        </pc:spChg>
        <pc:spChg chg="mod">
          <ac:chgData name="Prasad ADHAV" userId="17a065c9-1179-4721-b204-0b87691cc765" providerId="ADAL" clId="{3FD367EF-BCCB-4A7A-8F8D-69F6B97A016F}" dt="2025-11-05T15:57:06.045" v="555" actId="20577"/>
          <ac:spMkLst>
            <pc:docMk/>
            <pc:sldMk cId="2083184484" sldId="352"/>
            <ac:spMk id="29" creationId="{377CBEAF-45D8-892B-E7EB-5B700A23C4EF}"/>
          </ac:spMkLst>
        </pc:spChg>
      </pc:sldChg>
      <pc:sldChg chg="addSp delSp modSp new mod modClrScheme modAnim chgLayout">
        <pc:chgData name="Prasad ADHAV" userId="17a065c9-1179-4721-b204-0b87691cc765" providerId="ADAL" clId="{3FD367EF-BCCB-4A7A-8F8D-69F6B97A016F}" dt="2025-11-06T08:26:49.985" v="2147" actId="1076"/>
        <pc:sldMkLst>
          <pc:docMk/>
          <pc:sldMk cId="1724271198" sldId="353"/>
        </pc:sldMkLst>
        <pc:spChg chg="del mod ord">
          <ac:chgData name="Prasad ADHAV" userId="17a065c9-1179-4721-b204-0b87691cc765" providerId="ADAL" clId="{3FD367EF-BCCB-4A7A-8F8D-69F6B97A016F}" dt="2025-11-06T07:02:20.143" v="895" actId="700"/>
          <ac:spMkLst>
            <pc:docMk/>
            <pc:sldMk cId="1724271198" sldId="353"/>
            <ac:spMk id="2" creationId="{A7B41716-B885-C422-85DE-D4448CCF566F}"/>
          </ac:spMkLst>
        </pc:spChg>
        <pc:spChg chg="del">
          <ac:chgData name="Prasad ADHAV" userId="17a065c9-1179-4721-b204-0b87691cc765" providerId="ADAL" clId="{3FD367EF-BCCB-4A7A-8F8D-69F6B97A016F}" dt="2025-11-06T07:02:20.143" v="895" actId="700"/>
          <ac:spMkLst>
            <pc:docMk/>
            <pc:sldMk cId="1724271198" sldId="353"/>
            <ac:spMk id="3" creationId="{F2E2FB6A-2E7C-4748-1497-E19A5B327148}"/>
          </ac:spMkLst>
        </pc:spChg>
        <pc:spChg chg="del">
          <ac:chgData name="Prasad ADHAV" userId="17a065c9-1179-4721-b204-0b87691cc765" providerId="ADAL" clId="{3FD367EF-BCCB-4A7A-8F8D-69F6B97A016F}" dt="2025-11-06T07:02:20.143" v="895" actId="700"/>
          <ac:spMkLst>
            <pc:docMk/>
            <pc:sldMk cId="1724271198" sldId="353"/>
            <ac:spMk id="4" creationId="{8EA5CC93-6840-089C-F8DF-2C4278028C49}"/>
          </ac:spMkLst>
        </pc:spChg>
        <pc:spChg chg="del mod ord">
          <ac:chgData name="Prasad ADHAV" userId="17a065c9-1179-4721-b204-0b87691cc765" providerId="ADAL" clId="{3FD367EF-BCCB-4A7A-8F8D-69F6B97A016F}" dt="2025-11-06T07:02:20.143" v="895" actId="700"/>
          <ac:spMkLst>
            <pc:docMk/>
            <pc:sldMk cId="1724271198" sldId="353"/>
            <ac:spMk id="5" creationId="{9637F7A8-8D4D-241F-78E2-A15135AF1111}"/>
          </ac:spMkLst>
        </pc:spChg>
        <pc:spChg chg="mod ord">
          <ac:chgData name="Prasad ADHAV" userId="17a065c9-1179-4721-b204-0b87691cc765" providerId="ADAL" clId="{3FD367EF-BCCB-4A7A-8F8D-69F6B97A016F}" dt="2025-11-06T08:26:49.985" v="2147" actId="1076"/>
          <ac:spMkLst>
            <pc:docMk/>
            <pc:sldMk cId="1724271198" sldId="353"/>
            <ac:spMk id="6" creationId="{B1E5565B-B3E6-3389-E7B1-1566386A4EDC}"/>
          </ac:spMkLst>
        </pc:spChg>
        <pc:spChg chg="add del mod ord">
          <ac:chgData name="Prasad ADHAV" userId="17a065c9-1179-4721-b204-0b87691cc765" providerId="ADAL" clId="{3FD367EF-BCCB-4A7A-8F8D-69F6B97A016F}" dt="2025-11-06T07:02:24.944" v="897" actId="478"/>
          <ac:spMkLst>
            <pc:docMk/>
            <pc:sldMk cId="1724271198" sldId="353"/>
            <ac:spMk id="9" creationId="{7D164337-E0B0-4EED-3B0E-0DDE22A0A2AE}"/>
          </ac:spMkLst>
        </pc:spChg>
        <pc:spChg chg="add del mod ord">
          <ac:chgData name="Prasad ADHAV" userId="17a065c9-1179-4721-b204-0b87691cc765" providerId="ADAL" clId="{3FD367EF-BCCB-4A7A-8F8D-69F6B97A016F}" dt="2025-11-06T07:02:22.739" v="896" actId="478"/>
          <ac:spMkLst>
            <pc:docMk/>
            <pc:sldMk cId="1724271198" sldId="353"/>
            <ac:spMk id="10" creationId="{5EEA9037-AA8D-9B94-7C1D-59726F2050B8}"/>
          </ac:spMkLst>
        </pc:spChg>
        <pc:spChg chg="add mod">
          <ac:chgData name="Prasad ADHAV" userId="17a065c9-1179-4721-b204-0b87691cc765" providerId="ADAL" clId="{3FD367EF-BCCB-4A7A-8F8D-69F6B97A016F}" dt="2025-11-06T08:26:49.985" v="2147" actId="1076"/>
          <ac:spMkLst>
            <pc:docMk/>
            <pc:sldMk cId="1724271198" sldId="353"/>
            <ac:spMk id="12" creationId="{DE0D2B0B-2688-9035-5375-128031A12EBE}"/>
          </ac:spMkLst>
        </pc:spChg>
        <pc:spChg chg="add mod">
          <ac:chgData name="Prasad ADHAV" userId="17a065c9-1179-4721-b204-0b87691cc765" providerId="ADAL" clId="{3FD367EF-BCCB-4A7A-8F8D-69F6B97A016F}" dt="2025-11-06T08:26:49.985" v="2147" actId="1076"/>
          <ac:spMkLst>
            <pc:docMk/>
            <pc:sldMk cId="1724271198" sldId="353"/>
            <ac:spMk id="19" creationId="{9851C128-CB40-84D3-D908-A583CFDCE864}"/>
          </ac:spMkLst>
        </pc:spChg>
        <pc:spChg chg="add mod">
          <ac:chgData name="Prasad ADHAV" userId="17a065c9-1179-4721-b204-0b87691cc765" providerId="ADAL" clId="{3FD367EF-BCCB-4A7A-8F8D-69F6B97A016F}" dt="2025-11-06T07:25:36.777" v="1011" actId="14100"/>
          <ac:spMkLst>
            <pc:docMk/>
            <pc:sldMk cId="1724271198" sldId="353"/>
            <ac:spMk id="20" creationId="{C8AB61A9-F298-D2D7-9F85-602C2A02D699}"/>
          </ac:spMkLst>
        </pc:spChg>
        <pc:spChg chg="add mod">
          <ac:chgData name="Prasad ADHAV" userId="17a065c9-1179-4721-b204-0b87691cc765" providerId="ADAL" clId="{3FD367EF-BCCB-4A7A-8F8D-69F6B97A016F}" dt="2025-11-06T07:24:39.544" v="1002" actId="14100"/>
          <ac:spMkLst>
            <pc:docMk/>
            <pc:sldMk cId="1724271198" sldId="353"/>
            <ac:spMk id="21" creationId="{873DC262-AB1F-0E06-52AC-7C21111D5476}"/>
          </ac:spMkLst>
        </pc:spChg>
        <pc:spChg chg="add mod">
          <ac:chgData name="Prasad ADHAV" userId="17a065c9-1179-4721-b204-0b87691cc765" providerId="ADAL" clId="{3FD367EF-BCCB-4A7A-8F8D-69F6B97A016F}" dt="2025-11-06T07:25:05.194" v="1007" actId="14100"/>
          <ac:spMkLst>
            <pc:docMk/>
            <pc:sldMk cId="1724271198" sldId="353"/>
            <ac:spMk id="22" creationId="{C34311A5-833B-5ED1-8C0D-0BD327201C02}"/>
          </ac:spMkLst>
        </pc:spChg>
        <pc:spChg chg="add mod">
          <ac:chgData name="Prasad ADHAV" userId="17a065c9-1179-4721-b204-0b87691cc765" providerId="ADAL" clId="{3FD367EF-BCCB-4A7A-8F8D-69F6B97A016F}" dt="2025-11-06T07:26:46.640" v="1032" actId="692"/>
          <ac:spMkLst>
            <pc:docMk/>
            <pc:sldMk cId="1724271198" sldId="353"/>
            <ac:spMk id="23" creationId="{25D66F26-89D8-458A-3330-26A3D4A495F3}"/>
          </ac:spMkLst>
        </pc:spChg>
        <pc:spChg chg="add mod">
          <ac:chgData name="Prasad ADHAV" userId="17a065c9-1179-4721-b204-0b87691cc765" providerId="ADAL" clId="{3FD367EF-BCCB-4A7A-8F8D-69F6B97A016F}" dt="2025-11-06T08:26:49.985" v="2147" actId="1076"/>
          <ac:spMkLst>
            <pc:docMk/>
            <pc:sldMk cId="1724271198" sldId="353"/>
            <ac:spMk id="24" creationId="{7855ADB7-B6BC-B510-7537-14227B2F126C}"/>
          </ac:spMkLst>
        </pc:spChg>
        <pc:spChg chg="add mod">
          <ac:chgData name="Prasad ADHAV" userId="17a065c9-1179-4721-b204-0b87691cc765" providerId="ADAL" clId="{3FD367EF-BCCB-4A7A-8F8D-69F6B97A016F}" dt="2025-11-06T07:27:06.155" v="1036" actId="14100"/>
          <ac:spMkLst>
            <pc:docMk/>
            <pc:sldMk cId="1724271198" sldId="353"/>
            <ac:spMk id="25" creationId="{53B65F47-DBA8-7EDD-25C6-5D91166BEF8F}"/>
          </ac:spMkLst>
        </pc:spChg>
        <pc:spChg chg="add mod">
          <ac:chgData name="Prasad ADHAV" userId="17a065c9-1179-4721-b204-0b87691cc765" providerId="ADAL" clId="{3FD367EF-BCCB-4A7A-8F8D-69F6B97A016F}" dt="2025-11-06T07:27:26.400" v="1045" actId="14100"/>
          <ac:spMkLst>
            <pc:docMk/>
            <pc:sldMk cId="1724271198" sldId="353"/>
            <ac:spMk id="26" creationId="{429E51B7-E3C4-CBBE-47F9-34916E148E3B}"/>
          </ac:spMkLst>
        </pc:spChg>
        <pc:picChg chg="add mod">
          <ac:chgData name="Prasad ADHAV" userId="17a065c9-1179-4721-b204-0b87691cc765" providerId="ADAL" clId="{3FD367EF-BCCB-4A7A-8F8D-69F6B97A016F}" dt="2025-11-06T07:02:12.217" v="893"/>
          <ac:picMkLst>
            <pc:docMk/>
            <pc:sldMk cId="1724271198" sldId="353"/>
            <ac:picMk id="7" creationId="{88173317-A8EB-574E-B411-AC574CEF1D8E}"/>
          </ac:picMkLst>
        </pc:picChg>
        <pc:picChg chg="add mod">
          <ac:chgData name="Prasad ADHAV" userId="17a065c9-1179-4721-b204-0b87691cc765" providerId="ADAL" clId="{3FD367EF-BCCB-4A7A-8F8D-69F6B97A016F}" dt="2025-11-06T07:02:13.804" v="894"/>
          <ac:picMkLst>
            <pc:docMk/>
            <pc:sldMk cId="1724271198" sldId="353"/>
            <ac:picMk id="8" creationId="{131C2BE0-B5C6-1092-D2E8-A296D6E2BFE8}"/>
          </ac:picMkLst>
        </pc:picChg>
        <pc:picChg chg="add mod modCrop">
          <ac:chgData name="Prasad ADHAV" userId="17a065c9-1179-4721-b204-0b87691cc765" providerId="ADAL" clId="{3FD367EF-BCCB-4A7A-8F8D-69F6B97A016F}" dt="2025-11-06T07:22:21.618" v="955" actId="1076"/>
          <ac:picMkLst>
            <pc:docMk/>
            <pc:sldMk cId="1724271198" sldId="353"/>
            <ac:picMk id="11" creationId="{F023AF82-D4A9-B4B6-19A5-05B9C5662F2A}"/>
          </ac:picMkLst>
        </pc:picChg>
        <pc:picChg chg="add mod">
          <ac:chgData name="Prasad ADHAV" userId="17a065c9-1179-4721-b204-0b87691cc765" providerId="ADAL" clId="{3FD367EF-BCCB-4A7A-8F8D-69F6B97A016F}" dt="2025-11-06T07:27:17.847" v="1042" actId="1076"/>
          <ac:picMkLst>
            <pc:docMk/>
            <pc:sldMk cId="1724271198" sldId="353"/>
            <ac:picMk id="14" creationId="{43287A97-55AD-C90B-8FB7-494303856C7A}"/>
          </ac:picMkLst>
        </pc:picChg>
        <pc:picChg chg="add del mod">
          <ac:chgData name="Prasad ADHAV" userId="17a065c9-1179-4721-b204-0b87691cc765" providerId="ADAL" clId="{3FD367EF-BCCB-4A7A-8F8D-69F6B97A016F}" dt="2025-11-06T07:21:49.613" v="949" actId="478"/>
          <ac:picMkLst>
            <pc:docMk/>
            <pc:sldMk cId="1724271198" sldId="353"/>
            <ac:picMk id="16" creationId="{AA2CFEAD-6923-5621-ABD7-4A86D8F22C53}"/>
          </ac:picMkLst>
        </pc:picChg>
        <pc:picChg chg="add mod">
          <ac:chgData name="Prasad ADHAV" userId="17a065c9-1179-4721-b204-0b87691cc765" providerId="ADAL" clId="{3FD367EF-BCCB-4A7A-8F8D-69F6B97A016F}" dt="2025-11-06T07:22:15.227" v="954" actId="1076"/>
          <ac:picMkLst>
            <pc:docMk/>
            <pc:sldMk cId="1724271198" sldId="353"/>
            <ac:picMk id="18" creationId="{C881E79D-5A18-5B30-8AF9-10CA09471CD4}"/>
          </ac:picMkLst>
        </pc:picChg>
      </pc:sldChg>
      <pc:sldChg chg="addSp delSp modSp add mod modAnim">
        <pc:chgData name="Prasad ADHAV" userId="17a065c9-1179-4721-b204-0b87691cc765" providerId="ADAL" clId="{3FD367EF-BCCB-4A7A-8F8D-69F6B97A016F}" dt="2025-11-06T08:26:12.162" v="2146"/>
        <pc:sldMkLst>
          <pc:docMk/>
          <pc:sldMk cId="3691468615" sldId="354"/>
        </pc:sldMkLst>
        <pc:spChg chg="mod">
          <ac:chgData name="Prasad ADHAV" userId="17a065c9-1179-4721-b204-0b87691cc765" providerId="ADAL" clId="{3FD367EF-BCCB-4A7A-8F8D-69F6B97A016F}" dt="2025-11-06T08:04:02.307" v="1726" actId="20577"/>
          <ac:spMkLst>
            <pc:docMk/>
            <pc:sldMk cId="3691468615" sldId="354"/>
            <ac:spMk id="2" creationId="{EE2465ED-B884-2054-E651-B8ADAFB4B891}"/>
          </ac:spMkLst>
        </pc:spChg>
        <pc:spChg chg="mod">
          <ac:chgData name="Prasad ADHAV" userId="17a065c9-1179-4721-b204-0b87691cc765" providerId="ADAL" clId="{3FD367EF-BCCB-4A7A-8F8D-69F6B97A016F}" dt="2025-11-06T08:12:14.095" v="1914" actId="6549"/>
          <ac:spMkLst>
            <pc:docMk/>
            <pc:sldMk cId="3691468615" sldId="354"/>
            <ac:spMk id="4" creationId="{C81AB8A4-CD18-360D-00C7-7897C7001C87}"/>
          </ac:spMkLst>
        </pc:spChg>
        <pc:spChg chg="add mod">
          <ac:chgData name="Prasad ADHAV" userId="17a065c9-1179-4721-b204-0b87691cc765" providerId="ADAL" clId="{3FD367EF-BCCB-4A7A-8F8D-69F6B97A016F}" dt="2025-11-06T07:48:24.479" v="1310" actId="313"/>
          <ac:spMkLst>
            <pc:docMk/>
            <pc:sldMk cId="3691468615" sldId="354"/>
            <ac:spMk id="6" creationId="{B37832B3-3584-C3A1-0B84-836A4AD645D3}"/>
          </ac:spMkLst>
        </pc:spChg>
        <pc:picChg chg="add del">
          <ac:chgData name="Prasad ADHAV" userId="17a065c9-1179-4721-b204-0b87691cc765" providerId="ADAL" clId="{3FD367EF-BCCB-4A7A-8F8D-69F6B97A016F}" dt="2025-11-06T07:44:40.413" v="1242" actId="22"/>
          <ac:picMkLst>
            <pc:docMk/>
            <pc:sldMk cId="3691468615" sldId="354"/>
            <ac:picMk id="5" creationId="{80046D7C-6278-D36E-F438-1E8AC76DF5AB}"/>
          </ac:picMkLst>
        </pc:picChg>
        <pc:picChg chg="add mod">
          <ac:chgData name="Prasad ADHAV" userId="17a065c9-1179-4721-b204-0b87691cc765" providerId="ADAL" clId="{3FD367EF-BCCB-4A7A-8F8D-69F6B97A016F}" dt="2025-11-06T07:52:17.332" v="1403" actId="1076"/>
          <ac:picMkLst>
            <pc:docMk/>
            <pc:sldMk cId="3691468615" sldId="354"/>
            <ac:picMk id="8" creationId="{6C3DA534-FBED-C097-A7FB-232758590A2B}"/>
          </ac:picMkLst>
        </pc:picChg>
      </pc:sldChg>
      <pc:sldChg chg="addSp delSp modSp new mod modClrScheme delAnim modAnim chgLayout">
        <pc:chgData name="Prasad ADHAV" userId="17a065c9-1179-4721-b204-0b87691cc765" providerId="ADAL" clId="{3FD367EF-BCCB-4A7A-8F8D-69F6B97A016F}" dt="2025-11-06T08:27:03.323" v="2148" actId="1076"/>
        <pc:sldMkLst>
          <pc:docMk/>
          <pc:sldMk cId="1415346263" sldId="355"/>
        </pc:sldMkLst>
        <pc:spChg chg="del">
          <ac:chgData name="Prasad ADHAV" userId="17a065c9-1179-4721-b204-0b87691cc765" providerId="ADAL" clId="{3FD367EF-BCCB-4A7A-8F8D-69F6B97A016F}" dt="2025-11-06T07:49:06.842" v="1312" actId="478"/>
          <ac:spMkLst>
            <pc:docMk/>
            <pc:sldMk cId="1415346263" sldId="355"/>
            <ac:spMk id="2" creationId="{2E589EEB-0F8A-EB8F-F324-DC8937F73423}"/>
          </ac:spMkLst>
        </pc:spChg>
        <pc:spChg chg="del">
          <ac:chgData name="Prasad ADHAV" userId="17a065c9-1179-4721-b204-0b87691cc765" providerId="ADAL" clId="{3FD367EF-BCCB-4A7A-8F8D-69F6B97A016F}" dt="2025-11-06T07:49:06.842" v="1312" actId="478"/>
          <ac:spMkLst>
            <pc:docMk/>
            <pc:sldMk cId="1415346263" sldId="355"/>
            <ac:spMk id="3" creationId="{2A1999EA-265A-1B0B-50F3-AD95314075DB}"/>
          </ac:spMkLst>
        </pc:spChg>
        <pc:spChg chg="del">
          <ac:chgData name="Prasad ADHAV" userId="17a065c9-1179-4721-b204-0b87691cc765" providerId="ADAL" clId="{3FD367EF-BCCB-4A7A-8F8D-69F6B97A016F}" dt="2025-11-06T07:49:06.842" v="1312" actId="478"/>
          <ac:spMkLst>
            <pc:docMk/>
            <pc:sldMk cId="1415346263" sldId="355"/>
            <ac:spMk id="4" creationId="{60E45A77-A556-0302-425D-969952EFCF10}"/>
          </ac:spMkLst>
        </pc:spChg>
        <pc:spChg chg="del">
          <ac:chgData name="Prasad ADHAV" userId="17a065c9-1179-4721-b204-0b87691cc765" providerId="ADAL" clId="{3FD367EF-BCCB-4A7A-8F8D-69F6B97A016F}" dt="2025-11-06T07:49:06.842" v="1312" actId="478"/>
          <ac:spMkLst>
            <pc:docMk/>
            <pc:sldMk cId="1415346263" sldId="355"/>
            <ac:spMk id="5" creationId="{D9C10D59-3657-DAD6-DB54-CA2717EE2411}"/>
          </ac:spMkLst>
        </pc:spChg>
        <pc:spChg chg="mod ord">
          <ac:chgData name="Prasad ADHAV" userId="17a065c9-1179-4721-b204-0b87691cc765" providerId="ADAL" clId="{3FD367EF-BCCB-4A7A-8F8D-69F6B97A016F}" dt="2025-11-06T07:50:17.036" v="1337" actId="700"/>
          <ac:spMkLst>
            <pc:docMk/>
            <pc:sldMk cId="1415346263" sldId="355"/>
            <ac:spMk id="6" creationId="{19CAE68E-3EF6-0B7D-6C39-73D3B72349C4}"/>
          </ac:spMkLst>
        </pc:spChg>
        <pc:spChg chg="add del mod ord">
          <ac:chgData name="Prasad ADHAV" userId="17a065c9-1179-4721-b204-0b87691cc765" providerId="ADAL" clId="{3FD367EF-BCCB-4A7A-8F8D-69F6B97A016F}" dt="2025-11-06T07:50:17.036" v="1337" actId="700"/>
          <ac:spMkLst>
            <pc:docMk/>
            <pc:sldMk cId="1415346263" sldId="355"/>
            <ac:spMk id="8" creationId="{956452FE-6BE4-A1B1-CFD3-29D9D34ED66E}"/>
          </ac:spMkLst>
        </pc:spChg>
        <pc:spChg chg="add del mod ord">
          <ac:chgData name="Prasad ADHAV" userId="17a065c9-1179-4721-b204-0b87691cc765" providerId="ADAL" clId="{3FD367EF-BCCB-4A7A-8F8D-69F6B97A016F}" dt="2025-11-06T07:50:17.036" v="1337" actId="700"/>
          <ac:spMkLst>
            <pc:docMk/>
            <pc:sldMk cId="1415346263" sldId="355"/>
            <ac:spMk id="9" creationId="{E47811A4-E359-A1CE-3DA3-96A93A8255A8}"/>
          </ac:spMkLst>
        </pc:spChg>
        <pc:spChg chg="add del mod ord">
          <ac:chgData name="Prasad ADHAV" userId="17a065c9-1179-4721-b204-0b87691cc765" providerId="ADAL" clId="{3FD367EF-BCCB-4A7A-8F8D-69F6B97A016F}" dt="2025-11-06T07:50:17.036" v="1337" actId="700"/>
          <ac:spMkLst>
            <pc:docMk/>
            <pc:sldMk cId="1415346263" sldId="355"/>
            <ac:spMk id="10" creationId="{3D0D55D8-25EE-2806-39D4-FA8468BDB695}"/>
          </ac:spMkLst>
        </pc:spChg>
        <pc:spChg chg="add del mod ord">
          <ac:chgData name="Prasad ADHAV" userId="17a065c9-1179-4721-b204-0b87691cc765" providerId="ADAL" clId="{3FD367EF-BCCB-4A7A-8F8D-69F6B97A016F}" dt="2025-11-06T07:50:17.036" v="1337" actId="700"/>
          <ac:spMkLst>
            <pc:docMk/>
            <pc:sldMk cId="1415346263" sldId="355"/>
            <ac:spMk id="11" creationId="{0D92DA87-E722-B31F-9E35-C1D05716026C}"/>
          </ac:spMkLst>
        </pc:spChg>
        <pc:spChg chg="add mod ord">
          <ac:chgData name="Prasad ADHAV" userId="17a065c9-1179-4721-b204-0b87691cc765" providerId="ADAL" clId="{3FD367EF-BCCB-4A7A-8F8D-69F6B97A016F}" dt="2025-11-06T08:00:57.670" v="1599" actId="20577"/>
          <ac:spMkLst>
            <pc:docMk/>
            <pc:sldMk cId="1415346263" sldId="355"/>
            <ac:spMk id="12" creationId="{3206CD38-8DC7-620F-81B1-032BC34DB225}"/>
          </ac:spMkLst>
        </pc:spChg>
        <pc:spChg chg="add del mod ord">
          <ac:chgData name="Prasad ADHAV" userId="17a065c9-1179-4721-b204-0b87691cc765" providerId="ADAL" clId="{3FD367EF-BCCB-4A7A-8F8D-69F6B97A016F}" dt="2025-11-06T07:53:18.389" v="1415" actId="478"/>
          <ac:spMkLst>
            <pc:docMk/>
            <pc:sldMk cId="1415346263" sldId="355"/>
            <ac:spMk id="13" creationId="{E2C5E492-3DE0-D30B-EDB0-C39D6C4D2870}"/>
          </ac:spMkLst>
        </pc:spChg>
        <pc:spChg chg="add del mod ord">
          <ac:chgData name="Prasad ADHAV" userId="17a065c9-1179-4721-b204-0b87691cc765" providerId="ADAL" clId="{3FD367EF-BCCB-4A7A-8F8D-69F6B97A016F}" dt="2025-11-06T07:53:19.612" v="1417" actId="478"/>
          <ac:spMkLst>
            <pc:docMk/>
            <pc:sldMk cId="1415346263" sldId="355"/>
            <ac:spMk id="14" creationId="{614FE926-89A2-3E32-F846-FD7271545CBA}"/>
          </ac:spMkLst>
        </pc:spChg>
        <pc:spChg chg="add del mod ord">
          <ac:chgData name="Prasad ADHAV" userId="17a065c9-1179-4721-b204-0b87691cc765" providerId="ADAL" clId="{3FD367EF-BCCB-4A7A-8F8D-69F6B97A016F}" dt="2025-11-06T07:50:38.417" v="1338" actId="478"/>
          <ac:spMkLst>
            <pc:docMk/>
            <pc:sldMk cId="1415346263" sldId="355"/>
            <ac:spMk id="15" creationId="{0EBF3976-D63F-BDD7-369F-351DCA72DE9A}"/>
          </ac:spMkLst>
        </pc:spChg>
        <pc:spChg chg="add mod">
          <ac:chgData name="Prasad ADHAV" userId="17a065c9-1179-4721-b204-0b87691cc765" providerId="ADAL" clId="{3FD367EF-BCCB-4A7A-8F8D-69F6B97A016F}" dt="2025-11-06T08:27:03.323" v="2148" actId="1076"/>
          <ac:spMkLst>
            <pc:docMk/>
            <pc:sldMk cId="1415346263" sldId="355"/>
            <ac:spMk id="16" creationId="{7EBC387D-18EA-36E2-9E87-FA372F5AC5A0}"/>
          </ac:spMkLst>
        </pc:spChg>
        <pc:spChg chg="add mod">
          <ac:chgData name="Prasad ADHAV" userId="17a065c9-1179-4721-b204-0b87691cc765" providerId="ADAL" clId="{3FD367EF-BCCB-4A7A-8F8D-69F6B97A016F}" dt="2025-11-06T07:59:10.475" v="1538" actId="1076"/>
          <ac:spMkLst>
            <pc:docMk/>
            <pc:sldMk cId="1415346263" sldId="355"/>
            <ac:spMk id="17" creationId="{7FC1F59D-CDCA-7A85-4786-0B9418530178}"/>
          </ac:spMkLst>
        </pc:spChg>
        <pc:spChg chg="add mod">
          <ac:chgData name="Prasad ADHAV" userId="17a065c9-1179-4721-b204-0b87691cc765" providerId="ADAL" clId="{3FD367EF-BCCB-4A7A-8F8D-69F6B97A016F}" dt="2025-11-06T08:27:03.323" v="2148" actId="1076"/>
          <ac:spMkLst>
            <pc:docMk/>
            <pc:sldMk cId="1415346263" sldId="355"/>
            <ac:spMk id="18" creationId="{7D59B5D6-49B6-4C0C-9BBF-655DAF17A5A4}"/>
          </ac:spMkLst>
        </pc:spChg>
        <pc:spChg chg="add mod">
          <ac:chgData name="Prasad ADHAV" userId="17a065c9-1179-4721-b204-0b87691cc765" providerId="ADAL" clId="{3FD367EF-BCCB-4A7A-8F8D-69F6B97A016F}" dt="2025-11-06T08:27:03.323" v="2148" actId="1076"/>
          <ac:spMkLst>
            <pc:docMk/>
            <pc:sldMk cId="1415346263" sldId="355"/>
            <ac:spMk id="19" creationId="{61AA3B45-4363-FD1E-4913-8111BA156B50}"/>
          </ac:spMkLst>
        </pc:spChg>
        <pc:spChg chg="add mod">
          <ac:chgData name="Prasad ADHAV" userId="17a065c9-1179-4721-b204-0b87691cc765" providerId="ADAL" clId="{3FD367EF-BCCB-4A7A-8F8D-69F6B97A016F}" dt="2025-11-06T08:27:03.323" v="2148" actId="1076"/>
          <ac:spMkLst>
            <pc:docMk/>
            <pc:sldMk cId="1415346263" sldId="355"/>
            <ac:spMk id="20" creationId="{C1D787C6-E493-8FEE-2E25-25C7AD76CF3A}"/>
          </ac:spMkLst>
        </pc:spChg>
        <pc:spChg chg="add del mod">
          <ac:chgData name="Prasad ADHAV" userId="17a065c9-1179-4721-b204-0b87691cc765" providerId="ADAL" clId="{3FD367EF-BCCB-4A7A-8F8D-69F6B97A016F}" dt="2025-11-06T08:00:06.692" v="1546" actId="478"/>
          <ac:spMkLst>
            <pc:docMk/>
            <pc:sldMk cId="1415346263" sldId="355"/>
            <ac:spMk id="23" creationId="{2F05C4A7-C7FE-8EEB-973F-F436B211B809}"/>
          </ac:spMkLst>
        </pc:spChg>
        <pc:spChg chg="add mod">
          <ac:chgData name="Prasad ADHAV" userId="17a065c9-1179-4721-b204-0b87691cc765" providerId="ADAL" clId="{3FD367EF-BCCB-4A7A-8F8D-69F6B97A016F}" dt="2025-11-06T08:00:16.139" v="1549" actId="14100"/>
          <ac:spMkLst>
            <pc:docMk/>
            <pc:sldMk cId="1415346263" sldId="355"/>
            <ac:spMk id="24" creationId="{3BAB3325-1AD8-60B2-258E-11020FE4778B}"/>
          </ac:spMkLst>
        </pc:spChg>
        <pc:spChg chg="add mod">
          <ac:chgData name="Prasad ADHAV" userId="17a065c9-1179-4721-b204-0b87691cc765" providerId="ADAL" clId="{3FD367EF-BCCB-4A7A-8F8D-69F6B97A016F}" dt="2025-11-06T08:00:29.682" v="1552" actId="14100"/>
          <ac:spMkLst>
            <pc:docMk/>
            <pc:sldMk cId="1415346263" sldId="355"/>
            <ac:spMk id="25" creationId="{1E962DE5-7F07-9E7E-92E6-8276DC82B8AA}"/>
          </ac:spMkLst>
        </pc:spChg>
        <pc:spChg chg="add mod">
          <ac:chgData name="Prasad ADHAV" userId="17a065c9-1179-4721-b204-0b87691cc765" providerId="ADAL" clId="{3FD367EF-BCCB-4A7A-8F8D-69F6B97A016F}" dt="2025-11-06T08:27:03.323" v="2148" actId="1076"/>
          <ac:spMkLst>
            <pc:docMk/>
            <pc:sldMk cId="1415346263" sldId="355"/>
            <ac:spMk id="26" creationId="{E729317F-A245-3AA4-A279-2E082DD8E2E0}"/>
          </ac:spMkLst>
        </pc:spChg>
        <pc:spChg chg="add mod">
          <ac:chgData name="Prasad ADHAV" userId="17a065c9-1179-4721-b204-0b87691cc765" providerId="ADAL" clId="{3FD367EF-BCCB-4A7A-8F8D-69F6B97A016F}" dt="2025-11-06T08:27:03.323" v="2148" actId="1076"/>
          <ac:spMkLst>
            <pc:docMk/>
            <pc:sldMk cId="1415346263" sldId="355"/>
            <ac:spMk id="27" creationId="{5AE9562F-5C15-F96B-1F69-AB0946508EAA}"/>
          </ac:spMkLst>
        </pc:spChg>
        <pc:spChg chg="add mod">
          <ac:chgData name="Prasad ADHAV" userId="17a065c9-1179-4721-b204-0b87691cc765" providerId="ADAL" clId="{3FD367EF-BCCB-4A7A-8F8D-69F6B97A016F}" dt="2025-11-06T08:01:45.241" v="1614" actId="14100"/>
          <ac:spMkLst>
            <pc:docMk/>
            <pc:sldMk cId="1415346263" sldId="355"/>
            <ac:spMk id="28" creationId="{29C1F006-CED0-0444-10A6-93A60A509F9D}"/>
          </ac:spMkLst>
        </pc:spChg>
        <pc:picChg chg="add del mod modCrop">
          <ac:chgData name="Prasad ADHAV" userId="17a065c9-1179-4721-b204-0b87691cc765" providerId="ADAL" clId="{3FD367EF-BCCB-4A7A-8F8D-69F6B97A016F}" dt="2025-11-06T07:50:07.839" v="1335" actId="478"/>
          <ac:picMkLst>
            <pc:docMk/>
            <pc:sldMk cId="1415346263" sldId="355"/>
            <ac:picMk id="7" creationId="{8FC55DDF-6CFE-3C17-204F-3D881DD0F802}"/>
          </ac:picMkLst>
        </pc:picChg>
        <pc:picChg chg="add mod">
          <ac:chgData name="Prasad ADHAV" userId="17a065c9-1179-4721-b204-0b87691cc765" providerId="ADAL" clId="{3FD367EF-BCCB-4A7A-8F8D-69F6B97A016F}" dt="2025-11-06T07:59:42.953" v="1542" actId="1076"/>
          <ac:picMkLst>
            <pc:docMk/>
            <pc:sldMk cId="1415346263" sldId="355"/>
            <ac:picMk id="22" creationId="{3E11A520-4F9A-8661-83C0-FDB1571676B7}"/>
          </ac:picMkLst>
        </pc:picChg>
      </pc:sldChg>
      <pc:sldChg chg="delSp modSp new mod modAnim">
        <pc:chgData name="Prasad ADHAV" userId="17a065c9-1179-4721-b204-0b87691cc765" providerId="ADAL" clId="{3FD367EF-BCCB-4A7A-8F8D-69F6B97A016F}" dt="2025-11-06T08:25:05.062" v="2140"/>
        <pc:sldMkLst>
          <pc:docMk/>
          <pc:sldMk cId="3557395639" sldId="356"/>
        </pc:sldMkLst>
        <pc:spChg chg="mod">
          <ac:chgData name="Prasad ADHAV" userId="17a065c9-1179-4721-b204-0b87691cc765" providerId="ADAL" clId="{3FD367EF-BCCB-4A7A-8F8D-69F6B97A016F}" dt="2025-11-06T08:03:30.456" v="1687" actId="20577"/>
          <ac:spMkLst>
            <pc:docMk/>
            <pc:sldMk cId="3557395639" sldId="356"/>
            <ac:spMk id="2" creationId="{8C3A279B-3BFF-DC6A-4C3C-D21E1121F194}"/>
          </ac:spMkLst>
        </pc:spChg>
        <pc:spChg chg="mod">
          <ac:chgData name="Prasad ADHAV" userId="17a065c9-1179-4721-b204-0b87691cc765" providerId="ADAL" clId="{3FD367EF-BCCB-4A7A-8F8D-69F6B97A016F}" dt="2025-11-06T08:02:54.501" v="1621" actId="20577"/>
          <ac:spMkLst>
            <pc:docMk/>
            <pc:sldMk cId="3557395639" sldId="356"/>
            <ac:spMk id="3" creationId="{99CEA6CD-94A1-2762-EE34-6A414410A06D}"/>
          </ac:spMkLst>
        </pc:spChg>
        <pc:spChg chg="del">
          <ac:chgData name="Prasad ADHAV" userId="17a065c9-1179-4721-b204-0b87691cc765" providerId="ADAL" clId="{3FD367EF-BCCB-4A7A-8F8D-69F6B97A016F}" dt="2025-11-06T08:03:09.644" v="1638" actId="478"/>
          <ac:spMkLst>
            <pc:docMk/>
            <pc:sldMk cId="3557395639" sldId="356"/>
            <ac:spMk id="4" creationId="{9BE1EB85-1604-D139-4141-29B6A7055ABB}"/>
          </ac:spMkLst>
        </pc:spChg>
        <pc:spChg chg="mod">
          <ac:chgData name="Prasad ADHAV" userId="17a065c9-1179-4721-b204-0b87691cc765" providerId="ADAL" clId="{3FD367EF-BCCB-4A7A-8F8D-69F6B97A016F}" dt="2025-11-06T08:03:51.508" v="1712" actId="20577"/>
          <ac:spMkLst>
            <pc:docMk/>
            <pc:sldMk cId="3557395639" sldId="356"/>
            <ac:spMk id="5" creationId="{3F6FC2F9-C2C3-FEAB-BE3C-6FE3A5DE9213}"/>
          </ac:spMkLst>
        </pc:spChg>
        <pc:spChg chg="mod">
          <ac:chgData name="Prasad ADHAV" userId="17a065c9-1179-4721-b204-0b87691cc765" providerId="ADAL" clId="{3FD367EF-BCCB-4A7A-8F8D-69F6B97A016F}" dt="2025-11-06T08:02:58.032" v="1625" actId="20577"/>
          <ac:spMkLst>
            <pc:docMk/>
            <pc:sldMk cId="3557395639" sldId="356"/>
            <ac:spMk id="6" creationId="{6995E180-D9BD-59B8-70C9-391AB568B511}"/>
          </ac:spMkLst>
        </pc:spChg>
        <pc:spChg chg="mod">
          <ac:chgData name="Prasad ADHAV" userId="17a065c9-1179-4721-b204-0b87691cc765" providerId="ADAL" clId="{3FD367EF-BCCB-4A7A-8F8D-69F6B97A016F}" dt="2025-11-06T08:04:25.715" v="1757" actId="20577"/>
          <ac:spMkLst>
            <pc:docMk/>
            <pc:sldMk cId="3557395639" sldId="356"/>
            <ac:spMk id="7" creationId="{53A8229A-ED65-7213-9028-309A09233ED6}"/>
          </ac:spMkLst>
        </pc:spChg>
        <pc:spChg chg="mod">
          <ac:chgData name="Prasad ADHAV" userId="17a065c9-1179-4721-b204-0b87691cc765" providerId="ADAL" clId="{3FD367EF-BCCB-4A7A-8F8D-69F6B97A016F}" dt="2025-11-06T08:02:59.742" v="1627" actId="20577"/>
          <ac:spMkLst>
            <pc:docMk/>
            <pc:sldMk cId="3557395639" sldId="356"/>
            <ac:spMk id="8" creationId="{950B4E2B-44FF-81B1-D048-412ED08FD14A}"/>
          </ac:spMkLst>
        </pc:spChg>
        <pc:spChg chg="mod">
          <ac:chgData name="Prasad ADHAV" userId="17a065c9-1179-4721-b204-0b87691cc765" providerId="ADAL" clId="{3FD367EF-BCCB-4A7A-8F8D-69F6B97A016F}" dt="2025-11-06T08:04:29.528" v="1767" actId="20577"/>
          <ac:spMkLst>
            <pc:docMk/>
            <pc:sldMk cId="3557395639" sldId="356"/>
            <ac:spMk id="9" creationId="{7EB935F5-533C-08DB-D0DA-85A5B92FADCF}"/>
          </ac:spMkLst>
        </pc:spChg>
        <pc:spChg chg="mod">
          <ac:chgData name="Prasad ADHAV" userId="17a065c9-1179-4721-b204-0b87691cc765" providerId="ADAL" clId="{3FD367EF-BCCB-4A7A-8F8D-69F6B97A016F}" dt="2025-11-06T08:03:01.437" v="1629" actId="20577"/>
          <ac:spMkLst>
            <pc:docMk/>
            <pc:sldMk cId="3557395639" sldId="356"/>
            <ac:spMk id="10" creationId="{781A411C-6F46-B285-8574-8A08F42CC493}"/>
          </ac:spMkLst>
        </pc:spChg>
        <pc:spChg chg="mod">
          <ac:chgData name="Prasad ADHAV" userId="17a065c9-1179-4721-b204-0b87691cc765" providerId="ADAL" clId="{3FD367EF-BCCB-4A7A-8F8D-69F6B97A016F}" dt="2025-11-06T08:03:06.518" v="1637" actId="20577"/>
          <ac:spMkLst>
            <pc:docMk/>
            <pc:sldMk cId="3557395639" sldId="356"/>
            <ac:spMk id="11" creationId="{6C1A6E90-CDD9-A80F-834A-00D3FFC20686}"/>
          </ac:spMkLst>
        </pc:spChg>
      </pc:sldChg>
      <pc:sldChg chg="delSp modSp new del mod">
        <pc:chgData name="Prasad ADHAV" userId="17a065c9-1179-4721-b204-0b87691cc765" providerId="ADAL" clId="{3FD367EF-BCCB-4A7A-8F8D-69F6B97A016F}" dt="2025-11-06T08:12:33.626" v="1915" actId="47"/>
        <pc:sldMkLst>
          <pc:docMk/>
          <pc:sldMk cId="3962679986" sldId="357"/>
        </pc:sldMkLst>
        <pc:spChg chg="mod">
          <ac:chgData name="Prasad ADHAV" userId="17a065c9-1179-4721-b204-0b87691cc765" providerId="ADAL" clId="{3FD367EF-BCCB-4A7A-8F8D-69F6B97A016F}" dt="2025-11-06T08:05:16.117" v="1882" actId="20577"/>
          <ac:spMkLst>
            <pc:docMk/>
            <pc:sldMk cId="3962679986" sldId="357"/>
            <ac:spMk id="2" creationId="{47DABD9A-06A1-4023-303A-81E01868E19E}"/>
          </ac:spMkLst>
        </pc:spChg>
        <pc:spChg chg="del">
          <ac:chgData name="Prasad ADHAV" userId="17a065c9-1179-4721-b204-0b87691cc765" providerId="ADAL" clId="{3FD367EF-BCCB-4A7A-8F8D-69F6B97A016F}" dt="2025-11-06T08:04:40.555" v="1769" actId="478"/>
          <ac:spMkLst>
            <pc:docMk/>
            <pc:sldMk cId="3962679986" sldId="357"/>
            <ac:spMk id="4" creationId="{8F27A019-BF42-4B2E-91FF-E0DBCBD79A18}"/>
          </ac:spMkLst>
        </pc:spChg>
        <pc:spChg chg="del">
          <ac:chgData name="Prasad ADHAV" userId="17a065c9-1179-4721-b204-0b87691cc765" providerId="ADAL" clId="{3FD367EF-BCCB-4A7A-8F8D-69F6B97A016F}" dt="2025-11-06T08:04:42.537" v="1770" actId="478"/>
          <ac:spMkLst>
            <pc:docMk/>
            <pc:sldMk cId="3962679986" sldId="357"/>
            <ac:spMk id="5" creationId="{FB70EC84-256E-8A12-BEB4-30C9E58EC6AD}"/>
          </ac:spMkLst>
        </pc:spChg>
      </pc:sldChg>
      <pc:sldChg chg="delSp modSp add mod delAnim modAnim">
        <pc:chgData name="Prasad ADHAV" userId="17a065c9-1179-4721-b204-0b87691cc765" providerId="ADAL" clId="{3FD367EF-BCCB-4A7A-8F8D-69F6B97A016F}" dt="2025-11-06T08:28:24.023" v="2203"/>
        <pc:sldMkLst>
          <pc:docMk/>
          <pc:sldMk cId="602071664" sldId="358"/>
        </pc:sldMkLst>
        <pc:spChg chg="mod">
          <ac:chgData name="Prasad ADHAV" userId="17a065c9-1179-4721-b204-0b87691cc765" providerId="ADAL" clId="{3FD367EF-BCCB-4A7A-8F8D-69F6B97A016F}" dt="2025-11-06T08:05:34.922" v="1884"/>
          <ac:spMkLst>
            <pc:docMk/>
            <pc:sldMk cId="602071664" sldId="358"/>
            <ac:spMk id="2" creationId="{B6C684A4-6A7F-4229-C9D2-DB3880E43BDC}"/>
          </ac:spMkLst>
        </pc:spChg>
        <pc:spChg chg="mod">
          <ac:chgData name="Prasad ADHAV" userId="17a065c9-1179-4721-b204-0b87691cc765" providerId="ADAL" clId="{3FD367EF-BCCB-4A7A-8F8D-69F6B97A016F}" dt="2025-11-06T08:27:44.834" v="2191" actId="20577"/>
          <ac:spMkLst>
            <pc:docMk/>
            <pc:sldMk cId="602071664" sldId="358"/>
            <ac:spMk id="4" creationId="{F939A16B-46B3-67F6-5371-C8EAA011AECD}"/>
          </ac:spMkLst>
        </pc:spChg>
        <pc:picChg chg="del">
          <ac:chgData name="Prasad ADHAV" userId="17a065c9-1179-4721-b204-0b87691cc765" providerId="ADAL" clId="{3FD367EF-BCCB-4A7A-8F8D-69F6B97A016F}" dt="2025-11-06T08:05:36.717" v="1885" actId="478"/>
          <ac:picMkLst>
            <pc:docMk/>
            <pc:sldMk cId="602071664" sldId="358"/>
            <ac:picMk id="7" creationId="{30BCD376-5B44-4E11-CFA3-A3E44528B614}"/>
          </ac:picMkLst>
        </pc:picChg>
      </pc:sldChg>
      <pc:sldMasterChg chg="delSldLayout">
        <pc:chgData name="Prasad ADHAV" userId="17a065c9-1179-4721-b204-0b87691cc765" providerId="ADAL" clId="{3FD367EF-BCCB-4A7A-8F8D-69F6B97A016F}" dt="2025-11-05T15:57:58.313" v="558" actId="47"/>
        <pc:sldMasterMkLst>
          <pc:docMk/>
          <pc:sldMasterMk cId="3777297127" sldId="2147483648"/>
        </pc:sldMasterMkLst>
        <pc:sldLayoutChg chg="del">
          <pc:chgData name="Prasad ADHAV" userId="17a065c9-1179-4721-b204-0b87691cc765" providerId="ADAL" clId="{3FD367EF-BCCB-4A7A-8F8D-69F6B97A016F}" dt="2025-11-05T15:57:58.313" v="558" actId="47"/>
          <pc:sldLayoutMkLst>
            <pc:docMk/>
            <pc:sldMasterMk cId="3777297127" sldId="2147483648"/>
            <pc:sldLayoutMk cId="1072497346" sldId="214748366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89EDB-3FDD-4915-A3CE-62FA29C01A3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2649-1860-4D03-9360-22C2D8836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499FB-0CC7-453D-9493-CBDCD6D233E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6A24B-926E-40EB-9E1B-5321DC37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7475" indent="-117475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57200" indent="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28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4408D-141A-8693-0486-7381BBCD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593F7-952F-DE62-E682-E028E8371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F55F0-81F1-9A15-09A1-7C6A28D4B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call outs are Arial Bold (Body) 16pt with line spacing set at Multiple 1.2</a:t>
            </a:r>
          </a:p>
          <a:p>
            <a:pPr lvl="1"/>
            <a:r>
              <a:rPr lang="en-US" dirty="0"/>
              <a:t>Paragraph headers are Arial Book (Body) 14pt with line spacing set at Multiple 1.0 </a:t>
            </a:r>
          </a:p>
          <a:p>
            <a:pPr lvl="2"/>
            <a:r>
              <a:rPr lang="en-US" dirty="0"/>
              <a:t>Body Copy is Arial Book (Body) 11pt with line spacing set at Multiple 1.2</a:t>
            </a:r>
          </a:p>
          <a:p>
            <a:pPr lvl="3"/>
            <a:r>
              <a:rPr lang="en-US" dirty="0"/>
              <a:t>First level bullet body copy is Arial Book (Body) 11pt with line spacing set at Multiple 1.1</a:t>
            </a:r>
          </a:p>
          <a:p>
            <a:pPr lvl="4"/>
            <a:r>
              <a:rPr lang="en-US" dirty="0"/>
              <a:t>Second level bullet body copy is Arial Book (Body) 11pt with line spacing set at Multiple 1.1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EF68E-5DC7-85A1-C1A6-51DD17860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67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0012-97AA-C432-A91D-6EDD25BB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35661-E8F2-4333-8D47-FA0EEB422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A1EE4A-4BE8-9F3A-A621-AA3EA62D0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EF2FB-A55F-8DA5-DA9B-211E555A8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9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2FAD-7B19-49A8-0D58-985947CD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3AB90-746F-1650-4DC0-C1CAFCFC7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29A5F-7AD1-ECDB-FD18-499BC27B0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92DA2-4095-5B37-B5E3-CED4351C5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46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DA25-506B-60EA-6CA8-4B2DAAAA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AA791-B088-8744-9DFA-2EA571953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6C72F-7E91-D508-96D1-80A5B0D8E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51B5A-DED7-6846-26DA-376E51D51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83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6" y="546498"/>
            <a:ext cx="8432255" cy="1241080"/>
          </a:xfrm>
        </p:spPr>
        <p:txBody>
          <a:bodyPr anchor="ctr"/>
          <a:lstStyle>
            <a:lvl1pPr>
              <a:defRPr sz="55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58776" y="2166937"/>
            <a:ext cx="8432189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ct val="0"/>
              </a:spcAft>
              <a:buFont typeface="Arial" panose="020B0604020202020204" pitchFamily="34" charset="0"/>
              <a:buNone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ct val="0"/>
              </a:spcAft>
              <a:buFont typeface="Arial"/>
              <a:buNone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357188" indent="-179388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536575" indent="-179388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200">
                <a:solidFill>
                  <a:schemeClr val="tx2"/>
                </a:solidFill>
                <a:latin typeface="+mj-lt"/>
              </a:defRPr>
            </a:lvl4pPr>
            <a:lvl5pPr marL="715963" indent="-179388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050">
                <a:solidFill>
                  <a:schemeClr val="tx2"/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/>
              <a:buChar char="•"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/>
              <a:buChar char="•"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9CAE8637-A992-807D-E050-695CA574F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1086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7" y="1410891"/>
            <a:ext cx="475152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1410891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7" y="2165946"/>
            <a:ext cx="4751528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165946"/>
            <a:ext cx="720000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7" y="2922985"/>
            <a:ext cx="475152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2922985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39" hasCustomPrompt="1"/>
          </p:nvPr>
        </p:nvSpPr>
        <p:spPr>
          <a:xfrm>
            <a:off x="1080947" y="3678040"/>
            <a:ext cx="4751528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6" name="Text Placeholder 29"/>
          <p:cNvSpPr>
            <a:spLocks noGrp="1"/>
          </p:cNvSpPr>
          <p:nvPr>
            <p:ph type="body" sz="quarter" idx="40" hasCustomPrompt="1"/>
          </p:nvPr>
        </p:nvSpPr>
        <p:spPr>
          <a:xfrm>
            <a:off x="360947" y="3678040"/>
            <a:ext cx="720000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0000" y="276456"/>
            <a:ext cx="8424000" cy="6395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E3B06D8-1FEF-4977-98C3-091E6F351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12637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8" y="2166938"/>
            <a:ext cx="3167929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8" y="2923609"/>
            <a:ext cx="3167929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923609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8" y="3679656"/>
            <a:ext cx="3167929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3679656"/>
            <a:ext cx="7200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5618747" y="2166938"/>
            <a:ext cx="31662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48987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5618747" y="2923609"/>
            <a:ext cx="31662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4898747" y="2923609"/>
            <a:ext cx="7200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5618747" y="3679656"/>
            <a:ext cx="31662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4898747" y="3679656"/>
            <a:ext cx="7200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C4467B5F-B3CB-6F79-CCC0-76C890EAC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3854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8" y="2166938"/>
            <a:ext cx="179877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8" y="2922983"/>
            <a:ext cx="1798778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922983"/>
            <a:ext cx="7200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8" y="3679032"/>
            <a:ext cx="179877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4031525" y="2166938"/>
            <a:ext cx="180095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3311525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4031525" y="2922983"/>
            <a:ext cx="180095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3311525" y="2922983"/>
            <a:ext cx="72000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4031525" y="3679032"/>
            <a:ext cx="180095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3311525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39" hasCustomPrompt="1"/>
          </p:nvPr>
        </p:nvSpPr>
        <p:spPr>
          <a:xfrm>
            <a:off x="6984276" y="2166938"/>
            <a:ext cx="1800672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6" name="Text Placeholder 29"/>
          <p:cNvSpPr>
            <a:spLocks noGrp="1"/>
          </p:cNvSpPr>
          <p:nvPr>
            <p:ph type="body" sz="quarter" idx="40" hasCustomPrompt="1"/>
          </p:nvPr>
        </p:nvSpPr>
        <p:spPr>
          <a:xfrm>
            <a:off x="6264275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41" hasCustomPrompt="1"/>
          </p:nvPr>
        </p:nvSpPr>
        <p:spPr>
          <a:xfrm>
            <a:off x="6984276" y="2922983"/>
            <a:ext cx="1800672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42" hasCustomPrompt="1"/>
          </p:nvPr>
        </p:nvSpPr>
        <p:spPr>
          <a:xfrm>
            <a:off x="6264275" y="2922983"/>
            <a:ext cx="72000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43" hasCustomPrompt="1"/>
          </p:nvPr>
        </p:nvSpPr>
        <p:spPr>
          <a:xfrm>
            <a:off x="6984276" y="3679032"/>
            <a:ext cx="1800672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20" name="Text Placeholder 29"/>
          <p:cNvSpPr>
            <a:spLocks noGrp="1"/>
          </p:cNvSpPr>
          <p:nvPr>
            <p:ph type="body" sz="quarter" idx="44" hasCustomPrompt="1"/>
          </p:nvPr>
        </p:nvSpPr>
        <p:spPr>
          <a:xfrm>
            <a:off x="6264275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DCCFB94E-35B3-4CD3-2573-C72E0B937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358776" y="1410890"/>
            <a:ext cx="39846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4800600" y="1410890"/>
            <a:ext cx="39846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5"/>
            <a:ext cx="8424000" cy="6397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1" y="1410891"/>
            <a:ext cx="5472475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264276" y="1410891"/>
            <a:ext cx="2520949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225" y="276225"/>
            <a:ext cx="8424000" cy="6369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2519725" cy="3019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3311526" y="1410891"/>
            <a:ext cx="5472475" cy="3019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3143"/>
            <a:ext cx="8424000" cy="255257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25197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3311525" y="1410891"/>
            <a:ext cx="2520950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264276" y="1410891"/>
            <a:ext cx="2518777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1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 b="0" i="0"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7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967837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5"/>
            <a:ext cx="8424000" cy="639764"/>
          </a:xfrm>
        </p:spPr>
        <p:txBody>
          <a:bodyPr/>
          <a:lstStyle>
            <a:lvl1pPr>
              <a:defRPr b="0" i="0"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360000" y="1410891"/>
            <a:ext cx="8424000" cy="3024187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chart from template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5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 b="0" i="0"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Table style</a:t>
            </a: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47" y="546497"/>
            <a:ext cx="8424000" cy="1215000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66964" y="2166937"/>
            <a:ext cx="8424000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ct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ct val="0"/>
              </a:spcAft>
              <a:buFont typeface="Arial"/>
              <a:buNone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/>
              <a:buChar char="•"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/>
              <a:buChar char="•"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5"/>
            <a:r>
              <a:rPr lang="en-US"/>
              <a:t>Third level</a:t>
            </a:r>
          </a:p>
          <a:p>
            <a:pPr lvl="6"/>
            <a:r>
              <a:rPr lang="en-US"/>
              <a:t>Fourth level</a:t>
            </a:r>
          </a:p>
          <a:p>
            <a:pPr lvl="8"/>
            <a:r>
              <a:rPr lang="en-US"/>
              <a:t>Fifth level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A97D9C1A-D317-98CF-72E8-197D25EC2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47" y="546497"/>
            <a:ext cx="8424000" cy="1215000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66964" y="2166938"/>
            <a:ext cx="8424000" cy="226820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ct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ct val="0"/>
              </a:spcAft>
              <a:buFont typeface="Arial"/>
              <a:buNone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/>
              <a:buChar char="•"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/>
              <a:buChar char="•"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5"/>
            <a:r>
              <a:rPr lang="en-US"/>
              <a:t>Third level</a:t>
            </a:r>
          </a:p>
          <a:p>
            <a:pPr lvl="6"/>
            <a:r>
              <a:rPr lang="en-US"/>
              <a:t>Fourth level</a:t>
            </a:r>
          </a:p>
          <a:p>
            <a:pPr lvl="8"/>
            <a:r>
              <a:rPr lang="en-US"/>
              <a:t>Fifth level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BDC0E061-98FD-338B-4A18-CE14F086A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952500" y="2219326"/>
            <a:ext cx="65" cy="3323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54932" y="1410891"/>
            <a:ext cx="5480384" cy="3024187"/>
          </a:xfrm>
        </p:spPr>
        <p:txBody>
          <a:bodyPr/>
          <a:lstStyle>
            <a:lvl1pPr marL="0" algn="r" defTabSz="914400" rtl="0" eaLnBrk="1" latinLnBrk="0" hangingPunct="1">
              <a:lnSpc>
                <a:spcPct val="70000"/>
              </a:lnSpc>
              <a:buNone/>
              <a:defRPr lang="en-US" sz="8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264275" y="2166937"/>
            <a:ext cx="2526689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ct val="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ct val="0"/>
              </a:spcAft>
              <a:buFont typeface="Arial"/>
              <a:buNone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ct val="0"/>
              </a:spcBef>
              <a:spcAft>
                <a:spcPts val="200"/>
              </a:spcAft>
              <a:buFont typeface="Arial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/>
              <a:buChar char="•"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/>
              <a:buChar char="•"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5"/>
            <a:r>
              <a:rPr lang="en-US"/>
              <a:t>Third level</a:t>
            </a:r>
          </a:p>
          <a:p>
            <a:pPr lvl="6"/>
            <a:r>
              <a:rPr lang="en-US"/>
              <a:t>Fourth level</a:t>
            </a:r>
          </a:p>
          <a:p>
            <a:pPr lvl="8"/>
            <a:r>
              <a:rPr lang="en-US"/>
              <a:t>Fifth level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EBC022CA-3F6B-9B8E-41B2-EE05DC65A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8534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3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0" y="4435079"/>
            <a:ext cx="9144000" cy="712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410891"/>
            <a:ext cx="8425225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8" name="Imag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0"/>
          <a:stretch>
            <a:fillRect/>
          </a:stretch>
        </p:blipFill>
        <p:spPr bwMode="auto">
          <a:xfrm>
            <a:off x="7060992" y="4611515"/>
            <a:ext cx="1724233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wp="http://schemas.openxmlformats.org/drawingml/2006/wordprocessingDrawing" xmlns:w="http://schemas.openxmlformats.org/wordprocessingml/2006/main" xmlns:m="http://schemas.openxmlformats.org/officeDocument/2006/math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p159="http://schemas.microsoft.com/office/powerpoint/2015/09/main" xmlns:p15="http://schemas.microsoft.com/office/powerpoint/2012/main" xmlns:p14="http://schemas.microsoft.com/office/powerpoint/2010/main" xmlns:mc="http://schemas.openxmlformats.org/markup-compatibility/2006" xmlns:wp="http://schemas.openxmlformats.org/drawingml/2006/wordprocessingDrawing" xmlns:w="http://schemas.openxmlformats.org/wordprocessingml/2006/main" xmlns:m="http://schemas.openxmlformats.org/officeDocument/2006/math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35999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31274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26549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 flipH="1">
            <a:off x="2879725" y="-713946"/>
            <a:ext cx="433024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 flipH="1">
            <a:off x="5832475" y="-713946"/>
            <a:ext cx="433024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flipH="1">
            <a:off x="-3" y="-713946"/>
            <a:ext cx="358775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flipH="1">
            <a:off x="8785223" y="-713946"/>
            <a:ext cx="358775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 flipH="1">
            <a:off x="-791527" y="0"/>
            <a:ext cx="144000" cy="27622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flipH="1">
            <a:off x="-935527" y="4867275"/>
            <a:ext cx="144000" cy="27622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 flipH="1">
            <a:off x="-791527" y="546496"/>
            <a:ext cx="144000" cy="62150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 flipH="1">
            <a:off x="-935527" y="3679031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 flipH="1">
            <a:off x="-791527" y="2925269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 flipH="1">
            <a:off x="-935527" y="2164650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 flipH="1">
            <a:off x="-791527" y="1410889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 flipH="1">
            <a:off x="-935527" y="1168800"/>
            <a:ext cx="144000" cy="23980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4" name="Rectangle 23"/>
          <p:cNvSpPr/>
          <p:nvPr userDrawn="1"/>
        </p:nvSpPr>
        <p:spPr>
          <a:xfrm flipH="1">
            <a:off x="-935527" y="276225"/>
            <a:ext cx="144000" cy="270272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>
            <a:off x="-791527" y="4435078"/>
            <a:ext cx="144000" cy="432197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29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5" r:id="rId2"/>
    <p:sldLayoutId id="2147483666" r:id="rId3"/>
    <p:sldLayoutId id="2147483658" r:id="rId4"/>
    <p:sldLayoutId id="2147483655" r:id="rId5"/>
    <p:sldLayoutId id="2147483652" r:id="rId6"/>
    <p:sldLayoutId id="2147483654" r:id="rId7"/>
    <p:sldLayoutId id="2147483651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6" r:id="rId15"/>
  </p:sldLayoutIdLst>
  <p:transition/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i="0" kern="1200">
          <a:solidFill>
            <a:schemeClr val="tx2"/>
          </a:solidFill>
          <a:latin typeface="Bebas Neue Regular" charset="0"/>
          <a:ea typeface="Bebas Neue Regular" charset="0"/>
          <a:cs typeface="Bebas Neue Regular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ct val="0"/>
        </a:spcAft>
        <a:buFont typeface="Arial" panose="020B0604020202020204" pitchFamily="34" charset="0"/>
        <a:buNone/>
        <a:defRPr sz="1600" b="1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360363" indent="-174625" algn="l" defTabSz="914400" rtl="0" eaLnBrk="1" latinLnBrk="0" hangingPunct="1">
        <a:lnSpc>
          <a:spcPct val="100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3pPr>
      <a:lvl4pPr marL="533400" indent="-173038" algn="l" defTabSz="914400" rtl="0" eaLnBrk="1" latinLnBrk="0" hangingPunct="1">
        <a:lnSpc>
          <a:spcPct val="100000"/>
        </a:lnSpc>
        <a:spcBef>
          <a:spcPts val="300"/>
        </a:spcBef>
        <a:spcAft>
          <a:spcPct val="0"/>
        </a:spcAft>
        <a:buFont typeface="Wingdings" panose="05000000000000000000" pitchFamily="2" charset="2"/>
        <a:buChar char="§"/>
        <a:defRPr sz="11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714375" indent="-180975" algn="l" defTabSz="914400" rtl="0" eaLnBrk="1" latinLnBrk="0" hangingPunct="1">
        <a:lnSpc>
          <a:spcPct val="100000"/>
        </a:lnSpc>
        <a:spcBef>
          <a:spcPts val="300"/>
        </a:spcBef>
        <a:spcAft>
          <a:spcPct val="0"/>
        </a:spcAft>
        <a:buFont typeface="Wingdings" panose="05000000000000000000" pitchFamily="2" charset="2"/>
        <a:buChar char="§"/>
        <a:defRPr sz="11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ct val="0"/>
        </a:spcAft>
        <a:buFont typeface="Arial" panose="020B0604020202020204" pitchFamily="34" charset="0"/>
        <a:buChar char="​"/>
        <a:defRPr sz="1100" b="1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accent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accent3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4" userDrawn="1">
          <p15:clr>
            <a:srgbClr val="F26B43"/>
          </p15:clr>
        </p15:guide>
        <p15:guide id="2" orient="horz" pos="577" userDrawn="1">
          <p15:clr>
            <a:srgbClr val="F26B43"/>
          </p15:clr>
        </p15:guide>
        <p15:guide id="3" orient="horz" pos="735" userDrawn="1">
          <p15:clr>
            <a:srgbClr val="F26B43"/>
          </p15:clr>
        </p15:guide>
        <p15:guide id="4" orient="horz" pos="889" userDrawn="1">
          <p15:clr>
            <a:srgbClr val="F26B43"/>
          </p15:clr>
        </p15:guide>
        <p15:guide id="5" orient="horz" pos="1365" userDrawn="1">
          <p15:clr>
            <a:srgbClr val="F26B43"/>
          </p15:clr>
        </p15:guide>
        <p15:guide id="6" orient="horz" pos="1841" userDrawn="1">
          <p15:clr>
            <a:srgbClr val="F26B43"/>
          </p15:clr>
        </p15:guide>
        <p15:guide id="7" orient="horz" pos="2794" userDrawn="1">
          <p15:clr>
            <a:srgbClr val="F26B43"/>
          </p15:clr>
        </p15:guide>
        <p15:guide id="8" orient="horz" pos="2318" userDrawn="1">
          <p15:clr>
            <a:srgbClr val="F26B43"/>
          </p15:clr>
        </p15:guide>
        <p15:guide id="9" orient="horz" pos="3066" userDrawn="1">
          <p15:clr>
            <a:srgbClr val="F26B43"/>
          </p15:clr>
        </p15:guide>
        <p15:guide id="10" pos="226" userDrawn="1">
          <p15:clr>
            <a:srgbClr val="F26B43"/>
          </p15:clr>
        </p15:guide>
        <p15:guide id="11" pos="1814" userDrawn="1">
          <p15:clr>
            <a:srgbClr val="F26B43"/>
          </p15:clr>
        </p15:guide>
        <p15:guide id="12" pos="2086" userDrawn="1">
          <p15:clr>
            <a:srgbClr val="F26B43"/>
          </p15:clr>
        </p15:guide>
        <p15:guide id="13" pos="3674" userDrawn="1">
          <p15:clr>
            <a:srgbClr val="F26B43"/>
          </p15:clr>
        </p15:guide>
        <p15:guide id="14" pos="3946" userDrawn="1">
          <p15:clr>
            <a:srgbClr val="F26B43"/>
          </p15:clr>
        </p15:guide>
        <p15:guide id="15" pos="55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mapping from </a:t>
            </a:r>
            <a:r>
              <a:rPr lang="en-US" dirty="0" err="1"/>
              <a:t>llm</a:t>
            </a:r>
            <a:r>
              <a:rPr lang="en-US" dirty="0"/>
              <a:t>/ml </a:t>
            </a:r>
            <a:r>
              <a:rPr lang="en-US" dirty="0" err="1"/>
              <a:t>evalutions</a:t>
            </a:r>
            <a:r>
              <a:rPr lang="en-US" dirty="0"/>
              <a:t> to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db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Prasad ADHAV</a:t>
            </a:r>
          </a:p>
          <a:p>
            <a:pPr lvl="1"/>
            <a:r>
              <a:rPr lang="en-US" dirty="0"/>
              <a:t>R&amp;T Scientist</a:t>
            </a:r>
          </a:p>
          <a:p>
            <a:pPr lvl="1"/>
            <a:r>
              <a:rPr lang="en-US" dirty="0"/>
              <a:t>prasad.adhav@list.lu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br>
              <a:rPr lang="en-US" dirty="0"/>
            </a:br>
            <a:r>
              <a:rPr lang="en-US" sz="1400" dirty="0">
                <a:solidFill>
                  <a:schemeClr val="accent1"/>
                </a:solidFill>
              </a:rPr>
              <a:t>6</a:t>
            </a:r>
            <a:r>
              <a:rPr lang="en-US" sz="1400" baseline="30000" dirty="0">
                <a:solidFill>
                  <a:schemeClr val="accent1"/>
                </a:solidFill>
              </a:rPr>
              <a:t>th</a:t>
            </a:r>
            <a:r>
              <a:rPr lang="en-US" sz="1400" dirty="0">
                <a:solidFill>
                  <a:schemeClr val="accent1"/>
                </a:solidFill>
              </a:rPr>
              <a:t> Nov 2025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7031" y="3537418"/>
            <a:ext cx="427449" cy="5996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7567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3A279B-3BFF-DC6A-4C3C-D21E1121F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E" dirty="0"/>
              <a:t>The Problem: Need to map results to one DB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EA6CD-94A1-2762-EE34-6A414410A0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E" dirty="0"/>
              <a:t>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FC2F9-C2C3-FEAB-BE3C-6FE3A5DE9213}"/>
              </a:ext>
            </a:extLst>
          </p:cNvPr>
          <p:cNvSpPr>
            <a:spLocks noGrp="1"/>
          </p:cNvSpPr>
          <p:nvPr>
            <p:ph type="body" sz="half" idx="29"/>
          </p:nvPr>
        </p:nvSpPr>
        <p:spPr/>
        <p:txBody>
          <a:bodyPr/>
          <a:lstStyle/>
          <a:p>
            <a:r>
              <a:rPr lang="en-IE" dirty="0"/>
              <a:t>BESSER SQL DB &amp; DB Schema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95E180-D9BD-59B8-70C9-391AB568B51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IE" dirty="0"/>
              <a:t>02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A8229A-ED65-7213-9028-309A09233ED6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rPr lang="en-IE" dirty="0"/>
              <a:t>The Solution with some examples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0B4E2B-44FF-81B1-D048-412ED08FD1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IE" dirty="0"/>
              <a:t>03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EB935F5-533C-08DB-D0DA-85A5B92FADCF}"/>
              </a:ext>
            </a:extLst>
          </p:cNvPr>
          <p:cNvSpPr>
            <a:spLocks noGrp="1"/>
          </p:cNvSpPr>
          <p:nvPr>
            <p:ph type="body" sz="half" idx="39"/>
          </p:nvPr>
        </p:nvSpPr>
        <p:spPr/>
        <p:txBody>
          <a:bodyPr/>
          <a:lstStyle/>
          <a:p>
            <a:r>
              <a:rPr lang="en-IE" dirty="0"/>
              <a:t>Next steps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81A411C-6F46-B285-8574-8A08F42CC49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IE" dirty="0"/>
              <a:t>04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C1A6E90-CDD9-A80F-834A-00D3FFC2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contents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35185C-40E7-8D01-29DB-D5EEABAF7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3956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5" grpId="0" build="p"/>
      <p:bldP spid="6" grpId="0" build="p"/>
      <p:bldP spid="7" grpId="0" build="p"/>
      <p:bldP spid="8" grpId="0" build="p"/>
      <p:bldP spid="9" grpId="0" build="p"/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CFD4-DE84-2818-79A4-26040256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C048495-2A2A-BC3B-DD78-BA4A0A84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D5276-3165-F4C9-09FF-2BD5780F762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/>
            <a:r>
              <a:rPr lang="en-IE" dirty="0"/>
              <a:t>Different types of data</a:t>
            </a:r>
          </a:p>
          <a:p>
            <a:pPr lvl="2"/>
            <a:r>
              <a:rPr lang="en-IE" dirty="0"/>
              <a:t>different columns names</a:t>
            </a:r>
          </a:p>
          <a:p>
            <a:pPr lvl="2"/>
            <a:r>
              <a:rPr lang="en-IE" dirty="0"/>
              <a:t>different type: str, int, float</a:t>
            </a:r>
          </a:p>
          <a:p>
            <a:pPr lvl="1"/>
            <a:r>
              <a:rPr lang="en-IE" dirty="0"/>
              <a:t>Different types of tests to perform</a:t>
            </a:r>
          </a:p>
          <a:p>
            <a:pPr lvl="1"/>
            <a:r>
              <a:rPr lang="en-IE" dirty="0"/>
              <a:t>Different outputs from different tests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Solution must be reproducible, flexible, minimal manual steps</a:t>
            </a:r>
          </a:p>
          <a:p>
            <a:pPr lvl="1"/>
            <a:r>
              <a:rPr lang="en-IE" dirty="0"/>
              <a:t>In the future it must fit into agentic workflow</a:t>
            </a:r>
            <a:endParaRPr lang="en-US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2CCCB-C2B6-3A42-0168-EC8F24F1C56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8AA2B7D-661E-2311-382C-2DBDCA625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7CBEAF-45D8-892B-E7EB-5B700A23C4EF}"/>
              </a:ext>
            </a:extLst>
          </p:cNvPr>
          <p:cNvSpPr/>
          <p:nvPr/>
        </p:nvSpPr>
        <p:spPr>
          <a:xfrm>
            <a:off x="6264276" y="1410891"/>
            <a:ext cx="2519725" cy="3024584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>
                <a:lumMod val="9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>
            <a:no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The SQL DB is used by the Sandbox for data visualizations, report generation </a:t>
            </a:r>
          </a:p>
        </p:txBody>
      </p:sp>
    </p:spTree>
    <p:extLst>
      <p:ext uri="{BB962C8B-B14F-4D97-AF65-F5344CB8AC3E}">
        <p14:creationId xmlns:p14="http://schemas.microsoft.com/office/powerpoint/2010/main" val="20831844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mputer screen with many boxes&#10;&#10;AI-generated content may be incorrect.">
            <a:extLst>
              <a:ext uri="{FF2B5EF4-FFF2-40B4-BE49-F238E27FC236}">
                <a16:creationId xmlns:a16="http://schemas.microsoft.com/office/drawing/2014/main" id="{928CF329-320D-912D-B8D5-C90119184B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234" y="217452"/>
            <a:ext cx="6986991" cy="4773720"/>
          </a:xfrm>
          <a:prstGeom prst="rect">
            <a:avLst/>
          </a:prstGeom>
        </p:spPr>
      </p:pic>
      <p:sp>
        <p:nvSpPr>
          <p:cNvPr id="11" name="Title 14">
            <a:extLst>
              <a:ext uri="{FF2B5EF4-FFF2-40B4-BE49-F238E27FC236}">
                <a16:creationId xmlns:a16="http://schemas.microsoft.com/office/drawing/2014/main" id="{3C4AB812-C17C-3DB0-C7D6-733298547C66}"/>
              </a:ext>
            </a:extLst>
          </p:cNvPr>
          <p:cNvSpPr>
            <a:spLocks noGrp="1"/>
          </p:cNvSpPr>
          <p:nvPr/>
        </p:nvSpPr>
        <p:spPr>
          <a:xfrm>
            <a:off x="358775" y="2252067"/>
            <a:ext cx="1596526" cy="6393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>
                <a:solidFill>
                  <a:schemeClr val="tx2"/>
                </a:solidFill>
                <a:latin typeface="Bebas Neue Regular" charset="0"/>
                <a:ea typeface="Bebas Neue Regular" charset="0"/>
                <a:cs typeface="Bebas Neue Regular" charset="0"/>
              </a:defRPr>
            </a:lvl1pPr>
          </a:lstStyle>
          <a:p>
            <a:r>
              <a:rPr lang="en-IE" dirty="0"/>
              <a:t>Besser </a:t>
            </a:r>
            <a:r>
              <a:rPr lang="en-IE" dirty="0" err="1"/>
              <a:t>sql</a:t>
            </a:r>
            <a:endParaRPr lang="en-IE" dirty="0"/>
          </a:p>
          <a:p>
            <a:r>
              <a:rPr lang="en-IE" dirty="0"/>
              <a:t>Db schema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F0C00F-759A-E2EA-BA42-8F73DBA60E8B}"/>
              </a:ext>
            </a:extLst>
          </p:cNvPr>
          <p:cNvSpPr/>
          <p:nvPr/>
        </p:nvSpPr>
        <p:spPr>
          <a:xfrm>
            <a:off x="2813609" y="3337876"/>
            <a:ext cx="1030258" cy="861591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401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AF02-B64A-5B0C-48FA-534EB1A5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BCD0-49BE-5CE7-01E3-CD893E7DD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Sql</a:t>
            </a:r>
            <a:r>
              <a:rPr lang="en-IE" dirty="0"/>
              <a:t> </a:t>
            </a:r>
            <a:r>
              <a:rPr lang="en-IE" dirty="0" err="1"/>
              <a:t>db</a:t>
            </a:r>
            <a:r>
              <a:rPr lang="en-IE" dirty="0"/>
              <a:t> schema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17AD7-2008-2D43-8C25-23B4756471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1" y="1410891"/>
            <a:ext cx="8423999" cy="3024250"/>
          </a:xfrm>
        </p:spPr>
        <p:txBody>
          <a:bodyPr/>
          <a:lstStyle/>
          <a:p>
            <a:pPr lvl="1"/>
            <a:r>
              <a:rPr lang="en-IE" dirty="0"/>
              <a:t>Each class in the diagram maps 1:1 to a table</a:t>
            </a:r>
          </a:p>
          <a:p>
            <a:pPr lvl="2"/>
            <a:r>
              <a:rPr lang="en-IE" dirty="0"/>
              <a:t>attributes → columns</a:t>
            </a:r>
          </a:p>
          <a:p>
            <a:pPr lvl="2"/>
            <a:r>
              <a:rPr lang="en-IE" dirty="0"/>
              <a:t>associations → foreign keys</a:t>
            </a:r>
          </a:p>
          <a:p>
            <a:pPr lvl="1"/>
            <a:r>
              <a:rPr lang="en-IE" dirty="0"/>
              <a:t>Each table has a YAML spec file</a:t>
            </a:r>
          </a:p>
          <a:p>
            <a:pPr lvl="2"/>
            <a:r>
              <a:rPr lang="en-IE" dirty="0"/>
              <a:t>Columns for that table</a:t>
            </a:r>
          </a:p>
          <a:p>
            <a:pPr lvl="2"/>
            <a:r>
              <a:rPr lang="en-IE" dirty="0"/>
              <a:t>Integer primary keys for identity</a:t>
            </a:r>
          </a:p>
          <a:p>
            <a:pPr lvl="2"/>
            <a:r>
              <a:rPr lang="en-IE" dirty="0"/>
              <a:t>foreign keys enforce referential integrity between tables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3F7354E-4AF2-15B8-0FBF-2244CAF31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2F583-0EE1-E3F8-6243-B5B5890E1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275" y="276226"/>
            <a:ext cx="2062928" cy="415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47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80DC-EE21-069F-563C-7D72C673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65ED-B884-2054-E651-B8ADAFB4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solution: Data injection into </a:t>
            </a:r>
            <a:r>
              <a:rPr lang="en-IE" dirty="0" err="1"/>
              <a:t>Sql</a:t>
            </a:r>
            <a:r>
              <a:rPr lang="en-IE" dirty="0"/>
              <a:t> </a:t>
            </a:r>
            <a:r>
              <a:rPr lang="en-IE" dirty="0" err="1"/>
              <a:t>db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AB8A4-CD18-360D-00C7-7897C7001C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1" y="1410891"/>
            <a:ext cx="8423999" cy="3363240"/>
          </a:xfrm>
        </p:spPr>
        <p:txBody>
          <a:bodyPr/>
          <a:lstStyle/>
          <a:p>
            <a:pPr lvl="1"/>
            <a:r>
              <a:rPr lang="en-US" dirty="0"/>
              <a:t>Flexible ingestion: YAML specs map varied CSVs into the DB</a:t>
            </a:r>
          </a:p>
          <a:p>
            <a:pPr lvl="2"/>
            <a:r>
              <a:rPr lang="en-US" dirty="0"/>
              <a:t>Just need to pass the “column name” </a:t>
            </a:r>
          </a:p>
          <a:p>
            <a:pPr lvl="2"/>
            <a:r>
              <a:rPr lang="en-US" dirty="0"/>
              <a:t>Direct input is also possible</a:t>
            </a:r>
          </a:p>
          <a:p>
            <a:pPr lvl="1"/>
            <a:r>
              <a:rPr lang="en-US" dirty="0"/>
              <a:t>One python script for populating all the data</a:t>
            </a:r>
          </a:p>
          <a:p>
            <a:pPr lvl="2"/>
            <a:r>
              <a:rPr lang="en-US" dirty="0"/>
              <a:t>Reads the table structure &amp; column names as described in YAML</a:t>
            </a:r>
          </a:p>
          <a:p>
            <a:pPr lvl="2"/>
            <a:r>
              <a:rPr lang="en-US" dirty="0"/>
              <a:t>Populates into DB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41A348EF-A2EE-B725-98CD-D6E37FBBA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7832B3-3584-C3A1-0B84-836A4AD645D3}"/>
              </a:ext>
            </a:extLst>
          </p:cNvPr>
          <p:cNvSpPr txBox="1"/>
          <p:nvPr/>
        </p:nvSpPr>
        <p:spPr>
          <a:xfrm>
            <a:off x="5832475" y="3679825"/>
            <a:ext cx="2820202" cy="801941"/>
          </a:xfrm>
          <a:prstGeom prst="foldedCorner">
            <a:avLst>
              <a:gd name="adj" fmla="val 24962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.\csv_to_sql_loader.py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--</a:t>
            </a:r>
            <a:r>
              <a:rPr lang="en-IE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".\</a:t>
            </a:r>
            <a:r>
              <a:rPr lang="en-IE" sz="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ai_sandbox_db_name.db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`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--csv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".\LLM\results\results.csv"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--spec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".\</a:t>
            </a:r>
            <a:r>
              <a:rPr lang="en-IE" sz="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spec_templates_all_tables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E" sz="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model.yml</a:t>
            </a:r>
            <a:r>
              <a:rPr lang="en-IE" sz="800" dirty="0">
                <a:solidFill>
                  <a:srgbClr val="00B0F0"/>
                </a:solidFill>
                <a:latin typeface="Consolas" panose="020B0609020204030204" pitchFamily="49" charset="0"/>
              </a:rPr>
              <a:t>”</a:t>
            </a:r>
            <a:endParaRPr lang="en-IE" sz="800" b="0" dirty="0">
              <a:solidFill>
                <a:srgbClr val="00B0F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3DA534-FBED-C097-A7FB-232758590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476" y="586698"/>
            <a:ext cx="1871436" cy="291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686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5565B-B3E6-3389-E7B1-1566386A4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79725" y="4060454"/>
            <a:ext cx="3384550" cy="173831"/>
          </a:xfrm>
        </p:spPr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  <p:pic>
        <p:nvPicPr>
          <p:cNvPr id="11" name="Picture 10" descr="A computer screen with many boxes&#10;&#10;AI-generated content may be incorrect.">
            <a:extLst>
              <a:ext uri="{FF2B5EF4-FFF2-40B4-BE49-F238E27FC236}">
                <a16:creationId xmlns:a16="http://schemas.microsoft.com/office/drawing/2014/main" id="{F023AF82-D4A9-B4B6-19A5-05B9C5662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9" t="67076" r="71539" b="17253"/>
          <a:stretch>
            <a:fillRect/>
          </a:stretch>
        </p:blipFill>
        <p:spPr>
          <a:xfrm>
            <a:off x="124414" y="1354168"/>
            <a:ext cx="2373085" cy="18761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0D2B0B-2688-9035-5375-128031A12EBE}"/>
              </a:ext>
            </a:extLst>
          </p:cNvPr>
          <p:cNvSpPr txBox="1"/>
          <p:nvPr/>
        </p:nvSpPr>
        <p:spPr>
          <a:xfrm>
            <a:off x="2688612" y="1407361"/>
            <a:ext cx="3384550" cy="2830704"/>
          </a:xfrm>
          <a:prstGeom prst="foldedCorner">
            <a:avLst>
              <a:gd name="adj" fmla="val 8823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Spec template for table: model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IE" sz="8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upsert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or 'insert'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id: { from: "&lt;</a:t>
            </a:r>
            <a:r>
              <a:rPr lang="en-IE" sz="800" b="0" dirty="0" err="1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CSV_id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&gt;", optional: true }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IE" sz="800" b="0" dirty="0" err="1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: type=VARCHAR(100);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pid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"2025-10-30"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data: type=VARCHAR(100);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"Size"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source: type=VARCHAR(100);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"LLM"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licensing: type=VARCHAR(11);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licensing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E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Closed_Open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IE" sz="800" b="0" dirty="0" err="1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dataset_id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: type=INTEGER;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dataset_id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Available"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287A97-55AD-C90B-8FB7-494303856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275" y="1415844"/>
            <a:ext cx="2755311" cy="20635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881E79D-5A18-5B30-8AF9-10CA09471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956" y="276225"/>
            <a:ext cx="6532025" cy="82001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851C128-CB40-84D3-D908-A583CFDCE864}"/>
              </a:ext>
            </a:extLst>
          </p:cNvPr>
          <p:cNvSpPr/>
          <p:nvPr/>
        </p:nvSpPr>
        <p:spPr>
          <a:xfrm>
            <a:off x="2688612" y="3187042"/>
            <a:ext cx="1588420" cy="173831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B61A9-F298-D2D7-9F85-602C2A02D699}"/>
              </a:ext>
            </a:extLst>
          </p:cNvPr>
          <p:cNvSpPr/>
          <p:nvPr/>
        </p:nvSpPr>
        <p:spPr>
          <a:xfrm>
            <a:off x="7144119" y="1673772"/>
            <a:ext cx="842624" cy="1805624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3DC262-AB1F-0E06-52AC-7C21111D5476}"/>
              </a:ext>
            </a:extLst>
          </p:cNvPr>
          <p:cNvSpPr/>
          <p:nvPr/>
        </p:nvSpPr>
        <p:spPr>
          <a:xfrm>
            <a:off x="1310956" y="283229"/>
            <a:ext cx="618133" cy="218216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4311A5-833B-5ED1-8C0D-0BD327201C02}"/>
              </a:ext>
            </a:extLst>
          </p:cNvPr>
          <p:cNvSpPr/>
          <p:nvPr/>
        </p:nvSpPr>
        <p:spPr>
          <a:xfrm>
            <a:off x="229796" y="2573988"/>
            <a:ext cx="1081159" cy="248725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D66F26-89D8-458A-3330-26A3D4A495F3}"/>
              </a:ext>
            </a:extLst>
          </p:cNvPr>
          <p:cNvSpPr/>
          <p:nvPr/>
        </p:nvSpPr>
        <p:spPr>
          <a:xfrm>
            <a:off x="229796" y="2857397"/>
            <a:ext cx="2135717" cy="248725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55ADB7-B6BC-B510-7537-14227B2F126C}"/>
              </a:ext>
            </a:extLst>
          </p:cNvPr>
          <p:cNvSpPr/>
          <p:nvPr/>
        </p:nvSpPr>
        <p:spPr>
          <a:xfrm>
            <a:off x="2688612" y="3500039"/>
            <a:ext cx="2117431" cy="173831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B65F47-DBA8-7EDD-25C6-5D91166BEF8F}"/>
              </a:ext>
            </a:extLst>
          </p:cNvPr>
          <p:cNvSpPr/>
          <p:nvPr/>
        </p:nvSpPr>
        <p:spPr>
          <a:xfrm>
            <a:off x="2599338" y="305421"/>
            <a:ext cx="579291" cy="173831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9E51B7-E3C4-CBBE-47F9-34916E148E3B}"/>
              </a:ext>
            </a:extLst>
          </p:cNvPr>
          <p:cNvSpPr/>
          <p:nvPr/>
        </p:nvSpPr>
        <p:spPr>
          <a:xfrm>
            <a:off x="7986743" y="1673772"/>
            <a:ext cx="435529" cy="1805624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71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206CD38-8DC7-620F-81B1-032BC34D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of loading columns not available </a:t>
            </a:r>
            <a:br>
              <a:rPr lang="en-IE" dirty="0"/>
            </a:br>
            <a:r>
              <a:rPr lang="en-IE" dirty="0"/>
              <a:t>in the results (User defined)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AE68E-3EF6-0B7D-6C39-73D3B7234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BC387D-18EA-36E2-9E87-FA372F5AC5A0}"/>
              </a:ext>
            </a:extLst>
          </p:cNvPr>
          <p:cNvSpPr txBox="1"/>
          <p:nvPr/>
        </p:nvSpPr>
        <p:spPr>
          <a:xfrm>
            <a:off x="2166119" y="1417614"/>
            <a:ext cx="3384550" cy="2663421"/>
          </a:xfrm>
          <a:prstGeom prst="foldedCorner">
            <a:avLst>
              <a:gd name="adj" fmla="val 8823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Spec template for table: metric</a:t>
            </a:r>
          </a:p>
          <a:p>
            <a:pPr>
              <a:lnSpc>
                <a:spcPts val="1200"/>
              </a:lnSpc>
              <a:buNone/>
            </a:pP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metric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upsert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or 'insert'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id: type=INTEGER; PK; AUTOINC-LIKE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Tip: usually omit mapping for autoincrement PKs and let the DB assign them.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id: { from: "&lt;</a:t>
            </a:r>
            <a:r>
              <a:rPr lang="en-IE" sz="800" b="0" dirty="0" err="1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CSV_id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&gt;", optional: true }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IE" sz="800" b="0" dirty="0" err="1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type_spec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: type=VARCHAR(50);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type_spec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name: type=VARCHAR(100);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7CA668"/>
                </a:solidFill>
                <a:effectLst/>
                <a:latin typeface="Consolas" panose="020B0609020204030204" pitchFamily="49" charset="0"/>
              </a:rPr>
              <a:t># description: type=VARCHAR(100); REQUIRED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{ </a:t>
            </a:r>
            <a:r>
              <a:rPr lang="en-IE" sz="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"measure"</a:t>
            </a:r>
            <a:r>
              <a:rPr lang="en-IE" sz="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C1F59D-CDCA-7A85-4786-0B9418530178}"/>
              </a:ext>
            </a:extLst>
          </p:cNvPr>
          <p:cNvSpPr txBox="1"/>
          <p:nvPr/>
        </p:nvSpPr>
        <p:spPr>
          <a:xfrm>
            <a:off x="5832475" y="277612"/>
            <a:ext cx="2820202" cy="801941"/>
          </a:xfrm>
          <a:prstGeom prst="foldedCorner">
            <a:avLst>
              <a:gd name="adj" fmla="val 24962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python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.\csv_to_sql_loader.py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--</a:t>
            </a:r>
            <a:r>
              <a:rPr lang="en-IE" sz="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".\</a:t>
            </a:r>
            <a:r>
              <a:rPr lang="en-IE" sz="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ai_sandbox_db_name.db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`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--csv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".\LLM\results\metric_catalog.csv" </a:t>
            </a: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en-IE" sz="800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--spec 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".\</a:t>
            </a:r>
            <a:r>
              <a:rPr lang="en-IE" sz="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spec_templates_all_tables</a:t>
            </a:r>
            <a:r>
              <a:rPr lang="en-IE" sz="8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IE" sz="8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metric.yml</a:t>
            </a:r>
            <a:r>
              <a:rPr lang="en-IE" sz="800" dirty="0">
                <a:solidFill>
                  <a:srgbClr val="00B0F0"/>
                </a:solidFill>
                <a:latin typeface="Consolas" panose="020B0609020204030204" pitchFamily="49" charset="0"/>
              </a:rPr>
              <a:t>”</a:t>
            </a:r>
            <a:endParaRPr lang="en-IE" sz="800" b="0" dirty="0">
              <a:solidFill>
                <a:srgbClr val="00B0F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59B5D6-49B6-4C0C-9BBF-655DAF17A5A4}"/>
              </a:ext>
            </a:extLst>
          </p:cNvPr>
          <p:cNvSpPr txBox="1"/>
          <p:nvPr/>
        </p:nvSpPr>
        <p:spPr>
          <a:xfrm>
            <a:off x="358775" y="1417614"/>
            <a:ext cx="1257044" cy="3154658"/>
          </a:xfrm>
          <a:prstGeom prst="foldedCorner">
            <a:avLst>
              <a:gd name="adj" fmla="val 8823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7CA668"/>
                </a:solidFill>
                <a:latin typeface="Consolas" panose="020B0609020204030204" pitchFamily="49" charset="0"/>
              </a:rPr>
              <a:t># metric_catalog.csv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name,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measure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A1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Grammar,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A2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Grammar,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A1_LC,</a:t>
            </a:r>
            <a:r>
              <a:rPr lang="en-IE" sz="800" dirty="0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A2_LC,</a:t>
            </a:r>
            <a:r>
              <a:rPr lang="en-IE" sz="800" dirty="0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A1_RC,</a:t>
            </a:r>
            <a:r>
              <a:rPr lang="en-IE" sz="800" dirty="0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A2_RC,</a:t>
            </a:r>
            <a:r>
              <a:rPr lang="en-IE" sz="800" dirty="0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A1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vocab,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A2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vocab,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A1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Total,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A2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Total,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C1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vocab,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C2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vocab,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C1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Total,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en-IE" sz="800" dirty="0">
                <a:solidFill>
                  <a:srgbClr val="FFFFFF"/>
                </a:solidFill>
                <a:latin typeface="Consolas" panose="020B0609020204030204" pitchFamily="49" charset="0"/>
              </a:rPr>
              <a:t>C2 </a:t>
            </a:r>
            <a:r>
              <a:rPr lang="en-IE" sz="800" dirty="0" err="1">
                <a:solidFill>
                  <a:srgbClr val="FFFFFF"/>
                </a:solidFill>
                <a:latin typeface="Consolas" panose="020B0609020204030204" pitchFamily="49" charset="0"/>
              </a:rPr>
              <a:t>Total,</a:t>
            </a:r>
            <a:r>
              <a:rPr lang="en-IE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percent</a:t>
            </a:r>
            <a:endParaRPr lang="en-IE" sz="8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A3B45-4363-FD1E-4913-8111BA156B50}"/>
              </a:ext>
            </a:extLst>
          </p:cNvPr>
          <p:cNvSpPr/>
          <p:nvPr/>
        </p:nvSpPr>
        <p:spPr>
          <a:xfrm>
            <a:off x="360000" y="1743436"/>
            <a:ext cx="249600" cy="160813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787C6-E493-8FEE-2E25-25C7AD76CF3A}"/>
              </a:ext>
            </a:extLst>
          </p:cNvPr>
          <p:cNvSpPr/>
          <p:nvPr/>
        </p:nvSpPr>
        <p:spPr>
          <a:xfrm>
            <a:off x="2264124" y="3399521"/>
            <a:ext cx="1293392" cy="160813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11A520-4F9A-8661-83C0-FDB15716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275" y="1417128"/>
            <a:ext cx="2414677" cy="301834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BAB3325-1AD8-60B2-258E-11020FE4778B}"/>
              </a:ext>
            </a:extLst>
          </p:cNvPr>
          <p:cNvSpPr/>
          <p:nvPr/>
        </p:nvSpPr>
        <p:spPr>
          <a:xfrm>
            <a:off x="5832475" y="592667"/>
            <a:ext cx="2787851" cy="323321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962DE5-7F07-9E7E-92E6-8276DC82B8AA}"/>
              </a:ext>
            </a:extLst>
          </p:cNvPr>
          <p:cNvSpPr/>
          <p:nvPr/>
        </p:nvSpPr>
        <p:spPr>
          <a:xfrm>
            <a:off x="7161742" y="1761067"/>
            <a:ext cx="746125" cy="2674408"/>
          </a:xfrm>
          <a:prstGeom prst="rect">
            <a:avLst/>
          </a:prstGeom>
          <a:noFill/>
          <a:ln w="6350">
            <a:solidFill>
              <a:srgbClr val="FFFF00">
                <a:alpha val="98000"/>
              </a:srgbClr>
            </a:solidFill>
          </a:ln>
          <a:effectLst>
            <a:glow rad="508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29317F-A245-3AA4-A279-2E082DD8E2E0}"/>
              </a:ext>
            </a:extLst>
          </p:cNvPr>
          <p:cNvSpPr/>
          <p:nvPr/>
        </p:nvSpPr>
        <p:spPr>
          <a:xfrm>
            <a:off x="646118" y="1743436"/>
            <a:ext cx="442453" cy="160813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E9562F-5C15-F96B-1F69-AB0946508EAA}"/>
              </a:ext>
            </a:extLst>
          </p:cNvPr>
          <p:cNvSpPr/>
          <p:nvPr/>
        </p:nvSpPr>
        <p:spPr>
          <a:xfrm>
            <a:off x="2211242" y="3709114"/>
            <a:ext cx="1891463" cy="160813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C1F006-CED0-0444-10A6-93A60A509F9D}"/>
              </a:ext>
            </a:extLst>
          </p:cNvPr>
          <p:cNvSpPr/>
          <p:nvPr/>
        </p:nvSpPr>
        <p:spPr>
          <a:xfrm>
            <a:off x="7907867" y="1764003"/>
            <a:ext cx="771085" cy="2671472"/>
          </a:xfrm>
          <a:prstGeom prst="rect">
            <a:avLst/>
          </a:prstGeom>
          <a:noFill/>
          <a:ln w="6350">
            <a:solidFill>
              <a:srgbClr val="FF0000">
                <a:alpha val="98000"/>
              </a:srgbClr>
            </a:solidFill>
          </a:ln>
          <a:effectLst>
            <a:glow rad="508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IE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3462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E83D-C699-FC18-9CBF-64A669B5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84A4-6A7F-4229-C9D2-DB3880E4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Next steps: sandbox integration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9A16B-46B3-67F6-5371-C8EAA011AE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1" y="1410891"/>
            <a:ext cx="8423999" cy="3024250"/>
          </a:xfrm>
        </p:spPr>
        <p:txBody>
          <a:bodyPr/>
          <a:lstStyle/>
          <a:p>
            <a:pPr lvl="1"/>
            <a:r>
              <a:rPr lang="en-IE" dirty="0"/>
              <a:t>Ask users for some preliminary information</a:t>
            </a:r>
          </a:p>
          <a:p>
            <a:pPr lvl="2"/>
            <a:r>
              <a:rPr lang="en-IE" dirty="0"/>
              <a:t>Simple csv/excel to tell mapping names</a:t>
            </a:r>
          </a:p>
          <a:p>
            <a:pPr lvl="2"/>
            <a:r>
              <a:rPr lang="en-IE" dirty="0"/>
              <a:t>Description of the data &amp; columns</a:t>
            </a:r>
          </a:p>
          <a:p>
            <a:pPr lvl="1"/>
            <a:r>
              <a:rPr lang="en-IE" dirty="0"/>
              <a:t>The DB will be used on BESSER Dashboard</a:t>
            </a:r>
          </a:p>
          <a:p>
            <a:pPr lvl="2"/>
            <a:r>
              <a:rPr lang="en-IE" dirty="0"/>
              <a:t>Make plots in web modelling editor</a:t>
            </a:r>
          </a:p>
          <a:p>
            <a:pPr lvl="2"/>
            <a:r>
              <a:rPr lang="en-IE" dirty="0"/>
              <a:t>Generate reports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Future steps: BESSER Agentic workflow to populate the DB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16397BD7-E734-8B8D-5459-3026B5AF4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Confidentiality: Public or Internal-LIST or Restricted-LIST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071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</a:p>
          <a:p>
            <a:pPr lvl="1"/>
            <a:r>
              <a:rPr lang="en-US" dirty="0"/>
              <a:t>prasad.adhav@list.lu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464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7763.0"/>
  <p:tag name="AS_RELEASE_DATE" val="2023.06.14"/>
  <p:tag name="AS_TITLE" val="Aspose.Slides for .NET 4.0 Client Profile"/>
  <p:tag name="AS_VERSION" val="23.6"/>
</p:tagLst>
</file>

<file path=ppt/theme/theme1.xml><?xml version="1.0" encoding="utf-8"?>
<a:theme xmlns:a="http://schemas.openxmlformats.org/drawingml/2006/main" name="LIST 2019_Multiple Slide Types Template">
  <a:themeElements>
    <a:clrScheme name="2019_LIST_Corporate_ColorTheme_CMYK">
      <a:dk1>
        <a:srgbClr val="141313"/>
      </a:dk1>
      <a:lt1>
        <a:srgbClr val="FFFFFF"/>
      </a:lt1>
      <a:dk2>
        <a:srgbClr val="537992"/>
      </a:dk2>
      <a:lt2>
        <a:srgbClr val="DFF1F0"/>
      </a:lt2>
      <a:accent1>
        <a:srgbClr val="00AEBC"/>
      </a:accent1>
      <a:accent2>
        <a:srgbClr val="2A6D81"/>
      </a:accent2>
      <a:accent3>
        <a:srgbClr val="A2C7C4"/>
      </a:accent3>
      <a:accent4>
        <a:srgbClr val="BDD8D6"/>
      </a:accent4>
      <a:accent5>
        <a:srgbClr val="AFAFAF"/>
      </a:accent5>
      <a:accent6>
        <a:srgbClr val="E50051"/>
      </a:accent6>
      <a:hlink>
        <a:srgbClr val="00AFC8"/>
      </a:hlink>
      <a:folHlink>
        <a:srgbClr val="969696"/>
      </a:folHlink>
    </a:clrScheme>
    <a:fontScheme name="Arial">
      <a:maj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dkUpDiag">
          <a:fgClr>
            <a:schemeClr val="bg2">
              <a:lumMod val="50000"/>
            </a:schemeClr>
          </a:fgClr>
          <a:bgClr>
            <a:schemeClr val="bg2">
              <a:lumMod val="65000"/>
            </a:schemeClr>
          </a:bgClr>
        </a:patt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b">
        <a:spAutoFit/>
      </a:bodyPr>
      <a:lstStyle>
        <a:defPPr algn="l">
          <a:defRPr sz="800" smtClean="0">
            <a:solidFill>
              <a:schemeClr val="tx2">
                <a:lumMod val="60000"/>
                <a:lumOff val="4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OR-0091_EN.pptx" id="{E7AF1ED6-A3BA-44E5-BF4B-C055C808A2DB}" vid="{406D14E2-D2AB-4DD4-8F9E-FDCC91FBABC0}"/>
    </a:ext>
  </a:extLst>
</a:theme>
</file>

<file path=ppt/theme/theme2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Franklin Gothic Book"/>
        <a:cs typeface="Arial"/>
      </a:majorFont>
      <a:minorFont>
        <a:latin typeface="Franklin Gothic Book"/>
        <a:ea typeface="Franklin Gothic Book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Franklin Gothic Book"/>
        <a:cs typeface="Arial"/>
      </a:majorFont>
      <a:minorFont>
        <a:latin typeface="Franklin Gothic Book"/>
        <a:ea typeface="Franklin Gothic Book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data_mapping</Template>
  <TotalTime>0</TotalTime>
  <Words>906</Words>
  <Application>Microsoft Office PowerPoint</Application>
  <PresentationFormat>On-screen Show (16:9)</PresentationFormat>
  <Paragraphs>133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Bebas Neue Regular</vt:lpstr>
      <vt:lpstr>Consolas</vt:lpstr>
      <vt:lpstr>Franklin Gothic Book</vt:lpstr>
      <vt:lpstr>Franklin Gothic Demi Cond</vt:lpstr>
      <vt:lpstr>Wingdings</vt:lpstr>
      <vt:lpstr>LIST 2019_Multiple Slide Types Template</vt:lpstr>
      <vt:lpstr>Data mapping from llm/ml evalutions to sql db</vt:lpstr>
      <vt:lpstr>contents</vt:lpstr>
      <vt:lpstr>The problem</vt:lpstr>
      <vt:lpstr>PowerPoint Presentation</vt:lpstr>
      <vt:lpstr>Sql db schema</vt:lpstr>
      <vt:lpstr>The solution: Data injection into Sql db</vt:lpstr>
      <vt:lpstr>PowerPoint Presentation</vt:lpstr>
      <vt:lpstr>Example of loading columns not available  in the results (User defined)</vt:lpstr>
      <vt:lpstr>Next steps: sandbox integration</vt:lpstr>
      <vt:lpstr>PowerPoint Presentation</vt:lpstr>
    </vt:vector>
  </TitlesOfParts>
  <Company>LIST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ADHAV</dc:creator>
  <cp:lastModifiedBy>Prasad ADHAV</cp:lastModifiedBy>
  <cp:revision>1</cp:revision>
  <dcterms:created xsi:type="dcterms:W3CDTF">2025-11-05T15:19:21Z</dcterms:created>
  <dcterms:modified xsi:type="dcterms:W3CDTF">2025-11-06T14:17:44Z</dcterms:modified>
</cp:coreProperties>
</file>